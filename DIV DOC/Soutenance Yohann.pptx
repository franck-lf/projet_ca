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51"/>
  </p:notesMasterIdLst>
  <p:sldIdLst>
    <p:sldId id="256" r:id="rId2"/>
    <p:sldId id="257" r:id="rId3"/>
    <p:sldId id="259" r:id="rId4"/>
    <p:sldId id="298" r:id="rId5"/>
    <p:sldId id="299" r:id="rId6"/>
    <p:sldId id="300" r:id="rId7"/>
    <p:sldId id="260" r:id="rId8"/>
    <p:sldId id="301" r:id="rId9"/>
    <p:sldId id="302" r:id="rId10"/>
    <p:sldId id="258" r:id="rId11"/>
    <p:sldId id="261" r:id="rId12"/>
    <p:sldId id="304" r:id="rId13"/>
    <p:sldId id="303" r:id="rId14"/>
    <p:sldId id="305" r:id="rId15"/>
    <p:sldId id="306" r:id="rId16"/>
    <p:sldId id="307" r:id="rId17"/>
    <p:sldId id="308" r:id="rId18"/>
    <p:sldId id="266" r:id="rId19"/>
    <p:sldId id="309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3" r:id="rId33"/>
    <p:sldId id="322" r:id="rId34"/>
    <p:sldId id="324" r:id="rId35"/>
    <p:sldId id="325" r:id="rId36"/>
    <p:sldId id="326" r:id="rId37"/>
    <p:sldId id="327" r:id="rId38"/>
    <p:sldId id="329" r:id="rId39"/>
    <p:sldId id="338" r:id="rId40"/>
    <p:sldId id="330" r:id="rId41"/>
    <p:sldId id="331" r:id="rId42"/>
    <p:sldId id="328" r:id="rId43"/>
    <p:sldId id="332" r:id="rId44"/>
    <p:sldId id="333" r:id="rId45"/>
    <p:sldId id="334" r:id="rId46"/>
    <p:sldId id="335" r:id="rId47"/>
    <p:sldId id="336" r:id="rId48"/>
    <p:sldId id="337" r:id="rId49"/>
    <p:sldId id="277" r:id="rId50"/>
  </p:sldIdLst>
  <p:sldSz cx="9144000" cy="5143500" type="screen16x9"/>
  <p:notesSz cx="6858000" cy="9144000"/>
  <p:embeddedFontLst>
    <p:embeddedFont>
      <p:font typeface="Tajawal" panose="020B0604020202020204" charset="-78"/>
      <p:regular r:id="rId52"/>
      <p:bold r:id="rId53"/>
    </p:embeddedFont>
    <p:embeddedFont>
      <p:font typeface="Montserrat" panose="00000500000000000000" pitchFamily="2" charset="0"/>
      <p:regular r:id="rId54"/>
      <p:bold r:id="rId55"/>
      <p:italic r:id="rId56"/>
      <p:boldItalic r:id="rId57"/>
    </p:embeddedFont>
    <p:embeddedFont>
      <p:font typeface="Montserrat Medium" panose="00000600000000000000" pitchFamily="2" charset="0"/>
      <p:regular r:id="rId58"/>
      <p:bold r:id="rId59"/>
      <p:italic r:id="rId60"/>
      <p:boldItalic r:id="rId61"/>
    </p:embeddedFont>
    <p:embeddedFont>
      <p:font typeface="Montserrat Black" panose="00000A00000000000000" pitchFamily="2" charset="0"/>
      <p:bold r:id="rId62"/>
      <p:boldItalic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05813F-81AF-4D59-B5DD-05007582F939}" v="92" dt="2023-04-27T12:18:11.151"/>
  </p1510:revLst>
</p1510:revInfo>
</file>

<file path=ppt/tableStyles.xml><?xml version="1.0" encoding="utf-8"?>
<a:tblStyleLst xmlns:a="http://schemas.openxmlformats.org/drawingml/2006/main" def="{42ECD5B0-B39D-4D39-BD9C-B6D7D6AF88A7}">
  <a:tblStyle styleId="{42ECD5B0-B39D-4D39-BD9C-B6D7D6AF88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4" d="100"/>
          <a:sy n="144" d="100"/>
        </p:scale>
        <p:origin x="65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font" Target="fonts/font12.fntdata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61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hann FIN" userId="f77984fa3435669e" providerId="Windows Live" clId="Web-{A105813F-81AF-4D59-B5DD-05007582F939}"/>
    <pc:docChg chg="modSld modMainMaster">
      <pc:chgData name="Yohann FIN" userId="f77984fa3435669e" providerId="Windows Live" clId="Web-{A105813F-81AF-4D59-B5DD-05007582F939}" dt="2023-04-27T12:18:11.151" v="91"/>
      <pc:docMkLst>
        <pc:docMk/>
      </pc:docMkLst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5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0" sldId="266"/>
        </pc:sldMkLst>
      </pc:sldChg>
      <pc:sldChg chg="modTransition">
        <pc:chgData name="Yohann FIN" userId="f77984fa3435669e" providerId="Windows Live" clId="Web-{A105813F-81AF-4D59-B5DD-05007582F939}" dt="2023-04-27T12:18:02.932" v="90"/>
        <pc:sldMkLst>
          <pc:docMk/>
          <pc:sldMk cId="0" sldId="27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773395267" sldId="29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81498732" sldId="29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543192515" sldId="30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35049915" sldId="30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517214333" sldId="30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966490342" sldId="30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12188110" sldId="30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430122690" sldId="30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532483205" sldId="30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40450523" sldId="30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66807773" sldId="30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703018715" sldId="30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538394332" sldId="31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712192516" sldId="31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82733959" sldId="31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009647571" sldId="31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16242216" sldId="31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447354572" sldId="31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912182317" sldId="31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966940072" sldId="31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91253622" sldId="31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064749033" sldId="31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77175526" sldId="32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79169496" sldId="32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220073716" sldId="32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3516643" sldId="32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26433256" sldId="32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307276461" sldId="32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06272107" sldId="32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151021557" sldId="32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31778267" sldId="328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758828393" sldId="329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409606502" sldId="330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945012751" sldId="331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002147026" sldId="332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194325530" sldId="333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981227741" sldId="334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3633377989" sldId="335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637552687" sldId="336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2665490146" sldId="337"/>
        </pc:sldMkLst>
      </pc:sldChg>
      <pc:sldChg chg="modTransition">
        <pc:chgData name="Yohann FIN" userId="f77984fa3435669e" providerId="Windows Live" clId="Web-{A105813F-81AF-4D59-B5DD-05007582F939}" dt="2023-04-27T12:17:38.119" v="88"/>
        <pc:sldMkLst>
          <pc:docMk/>
          <pc:sldMk cId="1672483485" sldId="338"/>
        </pc:sldMkLst>
      </pc:sldChg>
      <pc:sldMasterChg chg="mod modTransition modSldLayout">
        <pc:chgData name="Yohann FIN" userId="f77984fa3435669e" providerId="Windows Live" clId="Web-{A105813F-81AF-4D59-B5DD-05007582F939}" dt="2023-04-27T12:18:11.151" v="91"/>
        <pc:sldMasterMkLst>
          <pc:docMk/>
          <pc:sldMasterMk cId="0" sldId="2147483673"/>
        </pc:sldMasterMkLst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4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4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2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4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5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7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5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0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3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5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6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7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8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69"/>
          </pc:sldLayoutMkLst>
        </pc:sldLayoutChg>
        <pc:sldLayoutChg chg="mod modTransition">
          <pc:chgData name="Yohann FIN" userId="f77984fa3435669e" providerId="Windows Live" clId="Web-{A105813F-81AF-4D59-B5DD-05007582F939}" dt="2023-04-27T12:18:11.151" v="91"/>
          <pc:sldLayoutMkLst>
            <pc:docMk/>
            <pc:sldMasterMk cId="0" sldId="2147483673"/>
            <pc:sldLayoutMk cId="0" sldId="2147483670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7CE9D7-6AFD-44B2-B10B-99C8262FDDC4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fr-FR"/>
        </a:p>
      </dgm:t>
    </dgm:pt>
    <dgm:pt modelId="{D3C4A33F-5239-499A-A0D6-DC4EFC408788}">
      <dgm:prSet/>
      <dgm:spPr/>
      <dgm:t>
        <a:bodyPr/>
        <a:lstStyle/>
        <a:p>
          <a:r>
            <a:rPr lang="fr-FR" b="0" i="0"/>
            <a:t>Cadrage</a:t>
          </a:r>
          <a:endParaRPr lang="fr-FR"/>
        </a:p>
      </dgm:t>
    </dgm:pt>
    <dgm:pt modelId="{8A5FC7B8-612B-459D-903F-CE914335D324}" type="parTrans" cxnId="{DE9F526C-070A-4F22-AABD-B3B5E58D1A65}">
      <dgm:prSet/>
      <dgm:spPr/>
      <dgm:t>
        <a:bodyPr/>
        <a:lstStyle/>
        <a:p>
          <a:endParaRPr lang="fr-FR"/>
        </a:p>
      </dgm:t>
    </dgm:pt>
    <dgm:pt modelId="{9259266F-1AC5-401C-A1B5-97C920D5E2FE}" type="sibTrans" cxnId="{DE9F526C-070A-4F22-AABD-B3B5E58D1A65}">
      <dgm:prSet/>
      <dgm:spPr/>
      <dgm:t>
        <a:bodyPr/>
        <a:lstStyle/>
        <a:p>
          <a:endParaRPr lang="fr-FR"/>
        </a:p>
      </dgm:t>
    </dgm:pt>
    <dgm:pt modelId="{94801223-02D4-412F-868B-6B342C8CAC57}">
      <dgm:prSet/>
      <dgm:spPr/>
      <dgm:t>
        <a:bodyPr/>
        <a:lstStyle/>
        <a:p>
          <a:r>
            <a:rPr lang="fr-FR" b="0" i="0"/>
            <a:t>Analyse - Conception</a:t>
          </a:r>
          <a:endParaRPr lang="fr-FR"/>
        </a:p>
      </dgm:t>
    </dgm:pt>
    <dgm:pt modelId="{7F5A9874-3A21-4260-8C29-F04EF9FD2732}" type="parTrans" cxnId="{86D6C0C9-7AF6-4A4E-8FFB-150BEB596639}">
      <dgm:prSet/>
      <dgm:spPr/>
      <dgm:t>
        <a:bodyPr/>
        <a:lstStyle/>
        <a:p>
          <a:endParaRPr lang="fr-FR"/>
        </a:p>
      </dgm:t>
    </dgm:pt>
    <dgm:pt modelId="{26E57A86-A902-4777-9397-CDC700892B2E}" type="sibTrans" cxnId="{86D6C0C9-7AF6-4A4E-8FFB-150BEB596639}">
      <dgm:prSet/>
      <dgm:spPr/>
      <dgm:t>
        <a:bodyPr/>
        <a:lstStyle/>
        <a:p>
          <a:endParaRPr lang="fr-FR"/>
        </a:p>
      </dgm:t>
    </dgm:pt>
    <dgm:pt modelId="{6D223C51-54EA-45FF-8DC0-A563B5B8D5C9}">
      <dgm:prSet/>
      <dgm:spPr/>
      <dgm:t>
        <a:bodyPr/>
        <a:lstStyle/>
        <a:p>
          <a:r>
            <a:rPr lang="fr-FR" b="0" i="0"/>
            <a:t>Développement</a:t>
          </a:r>
          <a:endParaRPr lang="fr-FR"/>
        </a:p>
      </dgm:t>
    </dgm:pt>
    <dgm:pt modelId="{6AD823E4-86F5-4B2D-B910-5C0040A4C4B5}" type="parTrans" cxnId="{3AB22112-EB40-4A73-BE6B-6A2836BB3E37}">
      <dgm:prSet/>
      <dgm:spPr/>
      <dgm:t>
        <a:bodyPr/>
        <a:lstStyle/>
        <a:p>
          <a:endParaRPr lang="fr-FR"/>
        </a:p>
      </dgm:t>
    </dgm:pt>
    <dgm:pt modelId="{FB07E9ED-4962-44FB-8BC9-EFAF51132171}" type="sibTrans" cxnId="{3AB22112-EB40-4A73-BE6B-6A2836BB3E37}">
      <dgm:prSet/>
      <dgm:spPr/>
      <dgm:t>
        <a:bodyPr/>
        <a:lstStyle/>
        <a:p>
          <a:endParaRPr lang="fr-FR"/>
        </a:p>
      </dgm:t>
    </dgm:pt>
    <dgm:pt modelId="{D6B412A1-6450-428B-B078-325D5925EF7B}">
      <dgm:prSet/>
      <dgm:spPr/>
      <dgm:t>
        <a:bodyPr/>
        <a:lstStyle/>
        <a:p>
          <a:r>
            <a:rPr lang="fr-FR" b="0" i="0"/>
            <a:t>Mise en œuvre – Déploiement</a:t>
          </a:r>
          <a:endParaRPr lang="fr-FR"/>
        </a:p>
      </dgm:t>
    </dgm:pt>
    <dgm:pt modelId="{3E4E642A-7623-442F-9B3C-9397475B1207}" type="parTrans" cxnId="{94C8D2D7-173F-4968-B34A-21BA63AB8969}">
      <dgm:prSet/>
      <dgm:spPr/>
      <dgm:t>
        <a:bodyPr/>
        <a:lstStyle/>
        <a:p>
          <a:endParaRPr lang="fr-FR"/>
        </a:p>
      </dgm:t>
    </dgm:pt>
    <dgm:pt modelId="{45326AC3-0826-463D-920B-4B03E7EB6531}" type="sibTrans" cxnId="{94C8D2D7-173F-4968-B34A-21BA63AB8969}">
      <dgm:prSet/>
      <dgm:spPr/>
      <dgm:t>
        <a:bodyPr/>
        <a:lstStyle/>
        <a:p>
          <a:endParaRPr lang="fr-FR"/>
        </a:p>
      </dgm:t>
    </dgm:pt>
    <dgm:pt modelId="{64E8D7F3-77DE-49B4-879E-30A2E770C54E}">
      <dgm:prSet/>
      <dgm:spPr/>
      <dgm:t>
        <a:bodyPr/>
        <a:lstStyle/>
        <a:p>
          <a:r>
            <a:rPr lang="fr-FR" b="0" i="0"/>
            <a:t>Pérennisation </a:t>
          </a:r>
          <a:endParaRPr lang="fr-FR"/>
        </a:p>
      </dgm:t>
    </dgm:pt>
    <dgm:pt modelId="{DAA24CAF-587C-4EB4-AFB9-88257A8E9F08}" type="parTrans" cxnId="{A08AAF79-E19A-4992-BB28-5256061BA743}">
      <dgm:prSet/>
      <dgm:spPr/>
      <dgm:t>
        <a:bodyPr/>
        <a:lstStyle/>
        <a:p>
          <a:endParaRPr lang="fr-FR"/>
        </a:p>
      </dgm:t>
    </dgm:pt>
    <dgm:pt modelId="{80F223C2-768C-4AA4-8EC6-F02AE9F5939C}" type="sibTrans" cxnId="{A08AAF79-E19A-4992-BB28-5256061BA743}">
      <dgm:prSet/>
      <dgm:spPr/>
      <dgm:t>
        <a:bodyPr/>
        <a:lstStyle/>
        <a:p>
          <a:endParaRPr lang="fr-FR"/>
        </a:p>
      </dgm:t>
    </dgm:pt>
    <dgm:pt modelId="{A51ACB78-9DD9-41EF-8CB8-660EFA967690}" type="pres">
      <dgm:prSet presAssocID="{6A7CE9D7-6AFD-44B2-B10B-99C8262FDDC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3A8626C7-A710-4693-A64D-C4ACA9F19FBF}" type="pres">
      <dgm:prSet presAssocID="{D3C4A33F-5239-499A-A0D6-DC4EFC408788}" presName="parTxOnly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48FA3732-DDE9-44C2-980E-95C61123F92E}" type="pres">
      <dgm:prSet presAssocID="{9259266F-1AC5-401C-A1B5-97C920D5E2FE}" presName="parSpace" presStyleCnt="0"/>
      <dgm:spPr/>
    </dgm:pt>
    <dgm:pt modelId="{FF4DBB71-C5D7-42F1-9237-F3B17019D3AB}" type="pres">
      <dgm:prSet presAssocID="{94801223-02D4-412F-868B-6B342C8CAC57}" presName="parTxOnly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80D9EB4F-3205-4F97-A618-45DE2892950A}" type="pres">
      <dgm:prSet presAssocID="{26E57A86-A902-4777-9397-CDC700892B2E}" presName="parSpace" presStyleCnt="0"/>
      <dgm:spPr/>
    </dgm:pt>
    <dgm:pt modelId="{C933A08C-B54C-4365-B3EE-7752E79CC7D4}" type="pres">
      <dgm:prSet presAssocID="{6D223C51-54EA-45FF-8DC0-A563B5B8D5C9}" presName="parTxOnly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53E2C902-BF31-4FB3-BD17-4F2094DC4892}" type="pres">
      <dgm:prSet presAssocID="{FB07E9ED-4962-44FB-8BC9-EFAF51132171}" presName="parSpace" presStyleCnt="0"/>
      <dgm:spPr/>
    </dgm:pt>
    <dgm:pt modelId="{9DC4E8E9-60C5-417D-8961-369A4735E8C7}" type="pres">
      <dgm:prSet presAssocID="{D6B412A1-6450-428B-B078-325D5925EF7B}" presName="parTxOnly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187F2F95-951A-4356-8963-2844FBCD616C}" type="pres">
      <dgm:prSet presAssocID="{45326AC3-0826-463D-920B-4B03E7EB6531}" presName="parSpace" presStyleCnt="0"/>
      <dgm:spPr/>
    </dgm:pt>
    <dgm:pt modelId="{B4653E49-45BA-4FE4-A2E1-083009530A9C}" type="pres">
      <dgm:prSet presAssocID="{64E8D7F3-77DE-49B4-879E-30A2E770C54E}" presName="parTxOnly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B31B50C4-91C9-4C22-B166-E40172209885}" type="presOf" srcId="{6A7CE9D7-6AFD-44B2-B10B-99C8262FDDC4}" destId="{A51ACB78-9DD9-41EF-8CB8-660EFA967690}" srcOrd="0" destOrd="0" presId="urn:microsoft.com/office/officeart/2005/8/layout/hChevron3"/>
    <dgm:cxn modelId="{DE9F526C-070A-4F22-AABD-B3B5E58D1A65}" srcId="{6A7CE9D7-6AFD-44B2-B10B-99C8262FDDC4}" destId="{D3C4A33F-5239-499A-A0D6-DC4EFC408788}" srcOrd="0" destOrd="0" parTransId="{8A5FC7B8-612B-459D-903F-CE914335D324}" sibTransId="{9259266F-1AC5-401C-A1B5-97C920D5E2FE}"/>
    <dgm:cxn modelId="{94C8D2D7-173F-4968-B34A-21BA63AB8969}" srcId="{6A7CE9D7-6AFD-44B2-B10B-99C8262FDDC4}" destId="{D6B412A1-6450-428B-B078-325D5925EF7B}" srcOrd="3" destOrd="0" parTransId="{3E4E642A-7623-442F-9B3C-9397475B1207}" sibTransId="{45326AC3-0826-463D-920B-4B03E7EB6531}"/>
    <dgm:cxn modelId="{AD267F26-AE27-499A-81FC-67E7517A4B5D}" type="presOf" srcId="{6D223C51-54EA-45FF-8DC0-A563B5B8D5C9}" destId="{C933A08C-B54C-4365-B3EE-7752E79CC7D4}" srcOrd="0" destOrd="0" presId="urn:microsoft.com/office/officeart/2005/8/layout/hChevron3"/>
    <dgm:cxn modelId="{D5B8FECE-65C4-46CF-BF3A-DF7CF29F2F77}" type="presOf" srcId="{64E8D7F3-77DE-49B4-879E-30A2E770C54E}" destId="{B4653E49-45BA-4FE4-A2E1-083009530A9C}" srcOrd="0" destOrd="0" presId="urn:microsoft.com/office/officeart/2005/8/layout/hChevron3"/>
    <dgm:cxn modelId="{88B2B2C5-6E68-4D76-BC89-749AFA5AB4C2}" type="presOf" srcId="{D6B412A1-6450-428B-B078-325D5925EF7B}" destId="{9DC4E8E9-60C5-417D-8961-369A4735E8C7}" srcOrd="0" destOrd="0" presId="urn:microsoft.com/office/officeart/2005/8/layout/hChevron3"/>
    <dgm:cxn modelId="{3AB22112-EB40-4A73-BE6B-6A2836BB3E37}" srcId="{6A7CE9D7-6AFD-44B2-B10B-99C8262FDDC4}" destId="{6D223C51-54EA-45FF-8DC0-A563B5B8D5C9}" srcOrd="2" destOrd="0" parTransId="{6AD823E4-86F5-4B2D-B910-5C0040A4C4B5}" sibTransId="{FB07E9ED-4962-44FB-8BC9-EFAF51132171}"/>
    <dgm:cxn modelId="{86D6C0C9-7AF6-4A4E-8FFB-150BEB596639}" srcId="{6A7CE9D7-6AFD-44B2-B10B-99C8262FDDC4}" destId="{94801223-02D4-412F-868B-6B342C8CAC57}" srcOrd="1" destOrd="0" parTransId="{7F5A9874-3A21-4260-8C29-F04EF9FD2732}" sibTransId="{26E57A86-A902-4777-9397-CDC700892B2E}"/>
    <dgm:cxn modelId="{A08AAF79-E19A-4992-BB28-5256061BA743}" srcId="{6A7CE9D7-6AFD-44B2-B10B-99C8262FDDC4}" destId="{64E8D7F3-77DE-49B4-879E-30A2E770C54E}" srcOrd="4" destOrd="0" parTransId="{DAA24CAF-587C-4EB4-AFB9-88257A8E9F08}" sibTransId="{80F223C2-768C-4AA4-8EC6-F02AE9F5939C}"/>
    <dgm:cxn modelId="{89C27B53-6AD0-4B54-9516-3EEA04969FB2}" type="presOf" srcId="{D3C4A33F-5239-499A-A0D6-DC4EFC408788}" destId="{3A8626C7-A710-4693-A64D-C4ACA9F19FBF}" srcOrd="0" destOrd="0" presId="urn:microsoft.com/office/officeart/2005/8/layout/hChevron3"/>
    <dgm:cxn modelId="{5B993734-F836-444C-A0BF-7DF68B3B1E45}" type="presOf" srcId="{94801223-02D4-412F-868B-6B342C8CAC57}" destId="{FF4DBB71-C5D7-42F1-9237-F3B17019D3AB}" srcOrd="0" destOrd="0" presId="urn:microsoft.com/office/officeart/2005/8/layout/hChevron3"/>
    <dgm:cxn modelId="{EFF8D539-7A0A-40FC-8515-7483431EFECF}" type="presParOf" srcId="{A51ACB78-9DD9-41EF-8CB8-660EFA967690}" destId="{3A8626C7-A710-4693-A64D-C4ACA9F19FBF}" srcOrd="0" destOrd="0" presId="urn:microsoft.com/office/officeart/2005/8/layout/hChevron3"/>
    <dgm:cxn modelId="{836A3253-2B5D-4878-8122-947E2E1FF889}" type="presParOf" srcId="{A51ACB78-9DD9-41EF-8CB8-660EFA967690}" destId="{48FA3732-DDE9-44C2-980E-95C61123F92E}" srcOrd="1" destOrd="0" presId="urn:microsoft.com/office/officeart/2005/8/layout/hChevron3"/>
    <dgm:cxn modelId="{0E0B3D65-9190-40AC-B877-43CD54C59F97}" type="presParOf" srcId="{A51ACB78-9DD9-41EF-8CB8-660EFA967690}" destId="{FF4DBB71-C5D7-42F1-9237-F3B17019D3AB}" srcOrd="2" destOrd="0" presId="urn:microsoft.com/office/officeart/2005/8/layout/hChevron3"/>
    <dgm:cxn modelId="{E1A9D538-2441-4F40-AF4C-0769E5CB92CE}" type="presParOf" srcId="{A51ACB78-9DD9-41EF-8CB8-660EFA967690}" destId="{80D9EB4F-3205-4F97-A618-45DE2892950A}" srcOrd="3" destOrd="0" presId="urn:microsoft.com/office/officeart/2005/8/layout/hChevron3"/>
    <dgm:cxn modelId="{D01A7336-A4AF-4474-AD5C-DF395E7B1E4D}" type="presParOf" srcId="{A51ACB78-9DD9-41EF-8CB8-660EFA967690}" destId="{C933A08C-B54C-4365-B3EE-7752E79CC7D4}" srcOrd="4" destOrd="0" presId="urn:microsoft.com/office/officeart/2005/8/layout/hChevron3"/>
    <dgm:cxn modelId="{C2E69740-00E8-4762-B700-3A7A73DEEB6C}" type="presParOf" srcId="{A51ACB78-9DD9-41EF-8CB8-660EFA967690}" destId="{53E2C902-BF31-4FB3-BD17-4F2094DC4892}" srcOrd="5" destOrd="0" presId="urn:microsoft.com/office/officeart/2005/8/layout/hChevron3"/>
    <dgm:cxn modelId="{EB963150-2C31-4E17-A934-1717000DAA94}" type="presParOf" srcId="{A51ACB78-9DD9-41EF-8CB8-660EFA967690}" destId="{9DC4E8E9-60C5-417D-8961-369A4735E8C7}" srcOrd="6" destOrd="0" presId="urn:microsoft.com/office/officeart/2005/8/layout/hChevron3"/>
    <dgm:cxn modelId="{067B6AB5-3939-43BA-A604-52BB3E77A541}" type="presParOf" srcId="{A51ACB78-9DD9-41EF-8CB8-660EFA967690}" destId="{187F2F95-951A-4356-8963-2844FBCD616C}" srcOrd="7" destOrd="0" presId="urn:microsoft.com/office/officeart/2005/8/layout/hChevron3"/>
    <dgm:cxn modelId="{7DDDCFD0-1D53-43CE-AE14-4BD217FC9E4F}" type="presParOf" srcId="{A51ACB78-9DD9-41EF-8CB8-660EFA967690}" destId="{B4653E49-45BA-4FE4-A2E1-083009530A9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626C7-A710-4693-A64D-C4ACA9F19FBF}">
      <dsp:nvSpPr>
        <dsp:cNvPr id="0" name=""/>
        <dsp:cNvSpPr/>
      </dsp:nvSpPr>
      <dsp:spPr>
        <a:xfrm>
          <a:off x="693" y="1093860"/>
          <a:ext cx="1351809" cy="54072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2672" tIns="21336" rIns="10668" bIns="21336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kern="1200"/>
            <a:t>Cadrage</a:t>
          </a:r>
          <a:endParaRPr lang="fr-FR" sz="800" kern="1200"/>
        </a:p>
      </dsp:txBody>
      <dsp:txXfrm>
        <a:off x="693" y="1093860"/>
        <a:ext cx="1216628" cy="540723"/>
      </dsp:txXfrm>
    </dsp:sp>
    <dsp:sp modelId="{FF4DBB71-C5D7-42F1-9237-F3B17019D3AB}">
      <dsp:nvSpPr>
        <dsp:cNvPr id="0" name=""/>
        <dsp:cNvSpPr/>
      </dsp:nvSpPr>
      <dsp:spPr>
        <a:xfrm>
          <a:off x="1082140" y="1093860"/>
          <a:ext cx="1351809" cy="5407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kern="1200"/>
            <a:t>Analyse - Conception</a:t>
          </a:r>
          <a:endParaRPr lang="fr-FR" sz="800" kern="1200"/>
        </a:p>
      </dsp:txBody>
      <dsp:txXfrm>
        <a:off x="1352502" y="1093860"/>
        <a:ext cx="811086" cy="540723"/>
      </dsp:txXfrm>
    </dsp:sp>
    <dsp:sp modelId="{C933A08C-B54C-4365-B3EE-7752E79CC7D4}">
      <dsp:nvSpPr>
        <dsp:cNvPr id="0" name=""/>
        <dsp:cNvSpPr/>
      </dsp:nvSpPr>
      <dsp:spPr>
        <a:xfrm>
          <a:off x="2163588" y="1093860"/>
          <a:ext cx="1351809" cy="5407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kern="1200"/>
            <a:t>Développement</a:t>
          </a:r>
          <a:endParaRPr lang="fr-FR" sz="800" kern="1200"/>
        </a:p>
      </dsp:txBody>
      <dsp:txXfrm>
        <a:off x="2433950" y="1093860"/>
        <a:ext cx="811086" cy="540723"/>
      </dsp:txXfrm>
    </dsp:sp>
    <dsp:sp modelId="{9DC4E8E9-60C5-417D-8961-369A4735E8C7}">
      <dsp:nvSpPr>
        <dsp:cNvPr id="0" name=""/>
        <dsp:cNvSpPr/>
      </dsp:nvSpPr>
      <dsp:spPr>
        <a:xfrm>
          <a:off x="3245035" y="1093860"/>
          <a:ext cx="1351809" cy="5407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kern="1200"/>
            <a:t>Mise en œuvre – Déploiement</a:t>
          </a:r>
          <a:endParaRPr lang="fr-FR" sz="800" kern="1200"/>
        </a:p>
      </dsp:txBody>
      <dsp:txXfrm>
        <a:off x="3515397" y="1093860"/>
        <a:ext cx="811086" cy="540723"/>
      </dsp:txXfrm>
    </dsp:sp>
    <dsp:sp modelId="{B4653E49-45BA-4FE4-A2E1-083009530A9C}">
      <dsp:nvSpPr>
        <dsp:cNvPr id="0" name=""/>
        <dsp:cNvSpPr/>
      </dsp:nvSpPr>
      <dsp:spPr>
        <a:xfrm>
          <a:off x="4326483" y="1093860"/>
          <a:ext cx="1351809" cy="54072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21336" rIns="10668" bIns="21336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800" b="0" i="0" kern="1200"/>
            <a:t>Pérennisation </a:t>
          </a:r>
          <a:endParaRPr lang="fr-FR" sz="800" kern="1200"/>
        </a:p>
      </dsp:txBody>
      <dsp:txXfrm>
        <a:off x="4596845" y="1093860"/>
        <a:ext cx="811086" cy="5407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g11f682941b8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1" name="Google Shape;921;g11f682941b8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1efcb08b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1efcb08b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9505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33139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549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11f3b086d1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1" name="Google Shape;1071;g11f3b086d1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65102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0660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11efcb08b7f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11efcb08b7f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5813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11efcb08b7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11efcb08b7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33505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1efcb08b7f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11efcb08b7f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1551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6329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11efcb08b7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11efcb08b7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13509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20365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04914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45599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3531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3245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111648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480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6885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067656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06812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39504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g11efcb08b7f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2" name="Google Shape;1442;g11efcb08b7f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8159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efcb08b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efcb08b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des grandes thématiques,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37077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555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56698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125088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439783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11efcb08b7f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11efcb08b7f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90706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1f3b086d1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1f3b086d1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3621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1efcb08b7f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1efcb08b7f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978200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11efcb08b7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11efcb08b7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216730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g11efcb08b7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1" name="Google Shape;1371;g11efcb08b7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643698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6" name="Google Shape;1686;g11f3b086d1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7" name="Google Shape;1687;g11f3b086d1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743325" y="1454185"/>
            <a:ext cx="6952800" cy="1339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743375" y="3242315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3452019" y="-348332"/>
            <a:ext cx="1019565" cy="1290805"/>
            <a:chOff x="-4017975" y="-49702"/>
            <a:chExt cx="1162825" cy="1472177"/>
          </a:xfrm>
        </p:grpSpPr>
        <p:sp>
          <p:nvSpPr>
            <p:cNvPr id="12" name="Google Shape;12;p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 flipH="1">
            <a:off x="8425338" y="2120543"/>
            <a:ext cx="1938846" cy="1720830"/>
            <a:chOff x="-1873362" y="2120543"/>
            <a:chExt cx="1938846" cy="1720830"/>
          </a:xfrm>
        </p:grpSpPr>
        <p:sp>
          <p:nvSpPr>
            <p:cNvPr id="20" name="Google Shape;2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" name="Google Shape;39;p2"/>
          <p:cNvGrpSpPr/>
          <p:nvPr/>
        </p:nvGrpSpPr>
        <p:grpSpPr>
          <a:xfrm flipH="1">
            <a:off x="-1155987" y="-912707"/>
            <a:ext cx="1938846" cy="1720830"/>
            <a:chOff x="-1873362" y="2120543"/>
            <a:chExt cx="1938846" cy="1720830"/>
          </a:xfrm>
        </p:grpSpPr>
        <p:sp>
          <p:nvSpPr>
            <p:cNvPr id="40" name="Google Shape;40;p2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2"/>
          <p:cNvGrpSpPr/>
          <p:nvPr/>
        </p:nvGrpSpPr>
        <p:grpSpPr>
          <a:xfrm flipH="1">
            <a:off x="6857372" y="-188512"/>
            <a:ext cx="1516025" cy="1489525"/>
            <a:chOff x="-3888525" y="-3012325"/>
            <a:chExt cx="1516025" cy="1489525"/>
          </a:xfrm>
        </p:grpSpPr>
        <p:sp>
          <p:nvSpPr>
            <p:cNvPr id="60" name="Google Shape;60;p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 txBox="1">
            <a:spLocks noGrp="1"/>
          </p:cNvSpPr>
          <p:nvPr>
            <p:ph type="title" hasCustomPrompt="1"/>
          </p:nvPr>
        </p:nvSpPr>
        <p:spPr>
          <a:xfrm>
            <a:off x="2598875" y="787425"/>
            <a:ext cx="3946500" cy="11751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 b="1"/>
            </a:lvl9pPr>
          </a:lstStyle>
          <a:p>
            <a:r>
              <a:t>xx%</a:t>
            </a:r>
          </a:p>
        </p:txBody>
      </p:sp>
      <p:sp>
        <p:nvSpPr>
          <p:cNvPr id="73" name="Google Shape;73;p3"/>
          <p:cNvSpPr txBox="1">
            <a:spLocks noGrp="1"/>
          </p:cNvSpPr>
          <p:nvPr>
            <p:ph type="title" idx="2"/>
          </p:nvPr>
        </p:nvSpPr>
        <p:spPr>
          <a:xfrm>
            <a:off x="2598625" y="2347850"/>
            <a:ext cx="3946500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74" name="Google Shape;74;p3"/>
          <p:cNvSpPr txBox="1">
            <a:spLocks noGrp="1"/>
          </p:cNvSpPr>
          <p:nvPr>
            <p:ph type="subTitle" idx="1"/>
          </p:nvPr>
        </p:nvSpPr>
        <p:spPr>
          <a:xfrm>
            <a:off x="2598875" y="3643263"/>
            <a:ext cx="3946500" cy="7128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grpSp>
        <p:nvGrpSpPr>
          <p:cNvPr id="75" name="Google Shape;75;p3"/>
          <p:cNvGrpSpPr/>
          <p:nvPr/>
        </p:nvGrpSpPr>
        <p:grpSpPr>
          <a:xfrm flipH="1">
            <a:off x="7451744" y="244568"/>
            <a:ext cx="1019565" cy="1290805"/>
            <a:chOff x="-4017975" y="-49702"/>
            <a:chExt cx="1162825" cy="1472177"/>
          </a:xfrm>
        </p:grpSpPr>
        <p:sp>
          <p:nvSpPr>
            <p:cNvPr id="76" name="Google Shape;76;p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" name="Google Shape;83;p3"/>
          <p:cNvGrpSpPr/>
          <p:nvPr/>
        </p:nvGrpSpPr>
        <p:grpSpPr>
          <a:xfrm flipH="1">
            <a:off x="2648022" y="-702112"/>
            <a:ext cx="1516025" cy="1489525"/>
            <a:chOff x="-3888525" y="-3012325"/>
            <a:chExt cx="1516025" cy="1489525"/>
          </a:xfrm>
        </p:grpSpPr>
        <p:sp>
          <p:nvSpPr>
            <p:cNvPr id="84" name="Google Shape;84;p3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3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3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3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3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3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3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3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3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3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3"/>
          <p:cNvGrpSpPr/>
          <p:nvPr/>
        </p:nvGrpSpPr>
        <p:grpSpPr>
          <a:xfrm flipH="1">
            <a:off x="579363" y="3923368"/>
            <a:ext cx="1938846" cy="1720830"/>
            <a:chOff x="-1873362" y="2120543"/>
            <a:chExt cx="1938846" cy="1720830"/>
          </a:xfrm>
        </p:grpSpPr>
        <p:sp>
          <p:nvSpPr>
            <p:cNvPr id="96" name="Google Shape;9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3"/>
          <p:cNvGrpSpPr/>
          <p:nvPr/>
        </p:nvGrpSpPr>
        <p:grpSpPr>
          <a:xfrm flipH="1">
            <a:off x="-1155987" y="-338232"/>
            <a:ext cx="1938846" cy="1720830"/>
            <a:chOff x="-1873362" y="2120543"/>
            <a:chExt cx="1938846" cy="1720830"/>
          </a:xfrm>
        </p:grpSpPr>
        <p:sp>
          <p:nvSpPr>
            <p:cNvPr id="116" name="Google Shape;116;p3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6"/>
          <p:cNvGrpSpPr/>
          <p:nvPr/>
        </p:nvGrpSpPr>
        <p:grpSpPr>
          <a:xfrm>
            <a:off x="8361160" y="-152294"/>
            <a:ext cx="1040638" cy="1353907"/>
            <a:chOff x="8361160" y="-152294"/>
            <a:chExt cx="1040638" cy="1353907"/>
          </a:xfrm>
        </p:grpSpPr>
        <p:grpSp>
          <p:nvGrpSpPr>
            <p:cNvPr id="209" name="Google Shape;209;p6"/>
            <p:cNvGrpSpPr/>
            <p:nvPr/>
          </p:nvGrpSpPr>
          <p:grpSpPr>
            <a:xfrm flipH="1">
              <a:off x="8361160" y="300238"/>
              <a:ext cx="1040638" cy="901375"/>
              <a:chOff x="948060" y="3972813"/>
              <a:chExt cx="1040638" cy="901375"/>
            </a:xfrm>
          </p:grpSpPr>
          <p:grpSp>
            <p:nvGrpSpPr>
              <p:cNvPr id="210" name="Google Shape;210;p6"/>
              <p:cNvGrpSpPr/>
              <p:nvPr/>
            </p:nvGrpSpPr>
            <p:grpSpPr>
              <a:xfrm flipH="1">
                <a:off x="948060" y="3972813"/>
                <a:ext cx="716725" cy="901375"/>
                <a:chOff x="-3888525" y="-2483300"/>
                <a:chExt cx="716725" cy="901375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-3719475" y="-2483300"/>
                  <a:ext cx="547675" cy="547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07" h="21882" extrusionOk="0">
                      <a:moveTo>
                        <a:pt x="21756" y="1"/>
                      </a:moveTo>
                      <a:cubicBezTo>
                        <a:pt x="21723" y="1"/>
                        <a:pt x="21689" y="15"/>
                        <a:pt x="21661" y="43"/>
                      </a:cubicBezTo>
                      <a:lnTo>
                        <a:pt x="56" y="21647"/>
                      </a:lnTo>
                      <a:cubicBezTo>
                        <a:pt x="1" y="21703"/>
                        <a:pt x="1" y="21781"/>
                        <a:pt x="56" y="21837"/>
                      </a:cubicBezTo>
                      <a:cubicBezTo>
                        <a:pt x="79" y="21870"/>
                        <a:pt x="112" y="21882"/>
                        <a:pt x="157" y="21882"/>
                      </a:cubicBezTo>
                      <a:cubicBezTo>
                        <a:pt x="190" y="21882"/>
                        <a:pt x="224" y="21870"/>
                        <a:pt x="257" y="21837"/>
                      </a:cubicBezTo>
                      <a:lnTo>
                        <a:pt x="21851" y="243"/>
                      </a:lnTo>
                      <a:cubicBezTo>
                        <a:pt x="21907" y="188"/>
                        <a:pt x="21907" y="98"/>
                        <a:pt x="21851" y="43"/>
                      </a:cubicBezTo>
                      <a:cubicBezTo>
                        <a:pt x="21823" y="15"/>
                        <a:pt x="21790" y="1"/>
                        <a:pt x="2175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-3888525" y="-2128825"/>
                  <a:ext cx="549275" cy="54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971" h="21876" extrusionOk="0">
                      <a:moveTo>
                        <a:pt x="21780" y="1"/>
                      </a:moveTo>
                      <a:cubicBezTo>
                        <a:pt x="21751" y="1"/>
                        <a:pt x="21721" y="11"/>
                        <a:pt x="21694" y="36"/>
                      </a:cubicBezTo>
                      <a:lnTo>
                        <a:pt x="89" y="21630"/>
                      </a:lnTo>
                      <a:cubicBezTo>
                        <a:pt x="0" y="21719"/>
                        <a:pt x="67" y="21864"/>
                        <a:pt x="190" y="21875"/>
                      </a:cubicBezTo>
                      <a:cubicBezTo>
                        <a:pt x="223" y="21864"/>
                        <a:pt x="268" y="21853"/>
                        <a:pt x="290" y="21830"/>
                      </a:cubicBezTo>
                      <a:lnTo>
                        <a:pt x="21884" y="226"/>
                      </a:lnTo>
                      <a:cubicBezTo>
                        <a:pt x="21971" y="130"/>
                        <a:pt x="21882" y="1"/>
                        <a:pt x="2178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13" name="Google Shape;213;p6"/>
              <p:cNvGrpSpPr/>
              <p:nvPr/>
            </p:nvGrpSpPr>
            <p:grpSpPr>
              <a:xfrm flipH="1">
                <a:off x="1664772" y="4493938"/>
                <a:ext cx="323925" cy="323650"/>
                <a:chOff x="1608625" y="299800"/>
                <a:chExt cx="323925" cy="323650"/>
              </a:xfrm>
            </p:grpSpPr>
            <p:sp>
              <p:nvSpPr>
                <p:cNvPr id="214" name="Google Shape;214;p6"/>
                <p:cNvSpPr/>
                <p:nvPr/>
              </p:nvSpPr>
              <p:spPr>
                <a:xfrm>
                  <a:off x="1633450" y="324425"/>
                  <a:ext cx="275900" cy="274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36" h="10968" extrusionOk="0">
                      <a:moveTo>
                        <a:pt x="10830" y="0"/>
                      </a:moveTo>
                      <a:cubicBezTo>
                        <a:pt x="10795" y="0"/>
                        <a:pt x="10758" y="16"/>
                        <a:pt x="10725" y="54"/>
                      </a:cubicBezTo>
                      <a:lnTo>
                        <a:pt x="46" y="10733"/>
                      </a:lnTo>
                      <a:cubicBezTo>
                        <a:pt x="1" y="10789"/>
                        <a:pt x="1" y="10867"/>
                        <a:pt x="46" y="10923"/>
                      </a:cubicBezTo>
                      <a:cubicBezTo>
                        <a:pt x="79" y="10956"/>
                        <a:pt x="112" y="10968"/>
                        <a:pt x="146" y="10968"/>
                      </a:cubicBezTo>
                      <a:cubicBezTo>
                        <a:pt x="191" y="10968"/>
                        <a:pt x="224" y="10956"/>
                        <a:pt x="246" y="10923"/>
                      </a:cubicBezTo>
                      <a:lnTo>
                        <a:pt x="10926" y="254"/>
                      </a:lnTo>
                      <a:cubicBezTo>
                        <a:pt x="11036" y="153"/>
                        <a:pt x="10941" y="0"/>
                        <a:pt x="1083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5" name="Google Shape;215;p6"/>
                <p:cNvSpPr/>
                <p:nvPr/>
              </p:nvSpPr>
              <p:spPr>
                <a:xfrm>
                  <a:off x="1875625" y="299800"/>
                  <a:ext cx="56925" cy="5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7" h="2278" extrusionOk="0">
                      <a:moveTo>
                        <a:pt x="1139" y="1"/>
                      </a:moveTo>
                      <a:cubicBezTo>
                        <a:pt x="514" y="1"/>
                        <a:pt x="0" y="514"/>
                        <a:pt x="0" y="1139"/>
                      </a:cubicBezTo>
                      <a:cubicBezTo>
                        <a:pt x="0" y="1764"/>
                        <a:pt x="514" y="2277"/>
                        <a:pt x="1139" y="2277"/>
                      </a:cubicBezTo>
                      <a:cubicBezTo>
                        <a:pt x="1764" y="2277"/>
                        <a:pt x="2277" y="1764"/>
                        <a:pt x="2277" y="1139"/>
                      </a:cubicBezTo>
                      <a:cubicBezTo>
                        <a:pt x="2277" y="514"/>
                        <a:pt x="1764" y="1"/>
                        <a:pt x="113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6" name="Google Shape;216;p6"/>
                <p:cNvSpPr/>
                <p:nvPr/>
              </p:nvSpPr>
              <p:spPr>
                <a:xfrm>
                  <a:off x="1608625" y="566800"/>
                  <a:ext cx="56950" cy="5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8" h="2266" extrusionOk="0">
                      <a:moveTo>
                        <a:pt x="1139" y="0"/>
                      </a:moveTo>
                      <a:cubicBezTo>
                        <a:pt x="514" y="0"/>
                        <a:pt x="1" y="503"/>
                        <a:pt x="1" y="1127"/>
                      </a:cubicBezTo>
                      <a:cubicBezTo>
                        <a:pt x="1" y="1764"/>
                        <a:pt x="514" y="2266"/>
                        <a:pt x="1139" y="2266"/>
                      </a:cubicBezTo>
                      <a:cubicBezTo>
                        <a:pt x="1775" y="2266"/>
                        <a:pt x="2277" y="1764"/>
                        <a:pt x="2277" y="1127"/>
                      </a:cubicBezTo>
                      <a:cubicBezTo>
                        <a:pt x="2277" y="503"/>
                        <a:pt x="1775" y="0"/>
                        <a:pt x="11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17" name="Google Shape;217;p6"/>
            <p:cNvGrpSpPr/>
            <p:nvPr/>
          </p:nvGrpSpPr>
          <p:grpSpPr>
            <a:xfrm rot="10800000">
              <a:off x="8442919" y="-152294"/>
              <a:ext cx="777174" cy="1001897"/>
              <a:chOff x="-4604150" y="-305525"/>
              <a:chExt cx="886375" cy="1142675"/>
            </a:xfrm>
          </p:grpSpPr>
          <p:sp>
            <p:nvSpPr>
              <p:cNvPr id="218" name="Google Shape;218;p6"/>
              <p:cNvSpPr/>
              <p:nvPr/>
            </p:nvSpPr>
            <p:spPr>
              <a:xfrm>
                <a:off x="-4604150" y="-280425"/>
                <a:ext cx="858750" cy="1117575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-3780300" y="-305525"/>
                <a:ext cx="62525" cy="57000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-4199050" y="281125"/>
                <a:ext cx="155150" cy="154850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1" name="Google Shape;221;p6"/>
          <p:cNvGrpSpPr/>
          <p:nvPr/>
        </p:nvGrpSpPr>
        <p:grpSpPr>
          <a:xfrm>
            <a:off x="778838" y="379263"/>
            <a:ext cx="184175" cy="158025"/>
            <a:chOff x="-3626300" y="-1680825"/>
            <a:chExt cx="184175" cy="158025"/>
          </a:xfrm>
        </p:grpSpPr>
        <p:sp>
          <p:nvSpPr>
            <p:cNvPr id="222" name="Google Shape;222;p6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6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4" name="Google Shape;224;p6"/>
          <p:cNvGrpSpPr/>
          <p:nvPr/>
        </p:nvGrpSpPr>
        <p:grpSpPr>
          <a:xfrm>
            <a:off x="-252062" y="300238"/>
            <a:ext cx="716725" cy="901375"/>
            <a:chOff x="-3888525" y="-2483300"/>
            <a:chExt cx="716725" cy="901375"/>
          </a:xfrm>
        </p:grpSpPr>
        <p:sp>
          <p:nvSpPr>
            <p:cNvPr id="225" name="Google Shape;225;p6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6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 txBox="1">
            <a:spLocks noGrp="1"/>
          </p:cNvSpPr>
          <p:nvPr>
            <p:ph type="title"/>
          </p:nvPr>
        </p:nvSpPr>
        <p:spPr>
          <a:xfrm>
            <a:off x="1388100" y="556250"/>
            <a:ext cx="5904000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9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94" name="Google Shape;294;p8"/>
          <p:cNvGrpSpPr/>
          <p:nvPr/>
        </p:nvGrpSpPr>
        <p:grpSpPr>
          <a:xfrm flipH="1">
            <a:off x="7745597" y="3097813"/>
            <a:ext cx="1516025" cy="1489525"/>
            <a:chOff x="-3888525" y="-3012325"/>
            <a:chExt cx="1516025" cy="1489525"/>
          </a:xfrm>
        </p:grpSpPr>
        <p:sp>
          <p:nvSpPr>
            <p:cNvPr id="295" name="Google Shape;295;p8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8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8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8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8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8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8"/>
          <p:cNvGrpSpPr/>
          <p:nvPr/>
        </p:nvGrpSpPr>
        <p:grpSpPr>
          <a:xfrm>
            <a:off x="7994347" y="735313"/>
            <a:ext cx="873188" cy="546900"/>
            <a:chOff x="1115510" y="4327288"/>
            <a:chExt cx="873188" cy="546900"/>
          </a:xfrm>
        </p:grpSpPr>
        <p:sp>
          <p:nvSpPr>
            <p:cNvPr id="307" name="Google Shape;307;p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09" name="Google Shape;309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2" name="Google Shape;312;p8"/>
          <p:cNvGrpSpPr/>
          <p:nvPr/>
        </p:nvGrpSpPr>
        <p:grpSpPr>
          <a:xfrm flipH="1">
            <a:off x="6119781" y="4587350"/>
            <a:ext cx="713803" cy="706547"/>
            <a:chOff x="-4017975" y="616650"/>
            <a:chExt cx="814100" cy="805825"/>
          </a:xfrm>
        </p:grpSpPr>
        <p:sp>
          <p:nvSpPr>
            <p:cNvPr id="313" name="Google Shape;313;p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7" name="Google Shape;317;p8"/>
          <p:cNvGrpSpPr/>
          <p:nvPr/>
        </p:nvGrpSpPr>
        <p:grpSpPr>
          <a:xfrm>
            <a:off x="665435" y="-108237"/>
            <a:ext cx="1040638" cy="901375"/>
            <a:chOff x="948060" y="3972813"/>
            <a:chExt cx="1040638" cy="901375"/>
          </a:xfrm>
        </p:grpSpPr>
        <p:grpSp>
          <p:nvGrpSpPr>
            <p:cNvPr id="318" name="Google Shape;318;p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319" name="Google Shape;319;p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1" name="Google Shape;321;p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322" name="Google Shape;322;p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9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27" name="Google Shape;327;p9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28" name="Google Shape;328;p9"/>
          <p:cNvGrpSpPr/>
          <p:nvPr/>
        </p:nvGrpSpPr>
        <p:grpSpPr>
          <a:xfrm>
            <a:off x="8457538" y="810363"/>
            <a:ext cx="1040638" cy="901375"/>
            <a:chOff x="8457538" y="810363"/>
            <a:chExt cx="1040638" cy="90137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2" name="Google Shape;332;p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333" name="Google Shape;333;p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"/>
          <p:cNvSpPr txBox="1">
            <a:spLocks noGrp="1"/>
          </p:cNvSpPr>
          <p:nvPr>
            <p:ph type="title" hasCustomPrompt="1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0" name="Google Shape;340;p11"/>
          <p:cNvSpPr txBox="1">
            <a:spLocks noGrp="1"/>
          </p:cNvSpPr>
          <p:nvPr>
            <p:ph type="subTitle" idx="1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41" name="Google Shape;341;p11"/>
          <p:cNvGrpSpPr/>
          <p:nvPr/>
        </p:nvGrpSpPr>
        <p:grpSpPr>
          <a:xfrm flipH="1">
            <a:off x="6844388" y="3930543"/>
            <a:ext cx="1938846" cy="1720830"/>
            <a:chOff x="-1873362" y="2120543"/>
            <a:chExt cx="1938846" cy="1720830"/>
          </a:xfrm>
        </p:grpSpPr>
        <p:sp>
          <p:nvSpPr>
            <p:cNvPr id="342" name="Google Shape;342;p11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1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1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1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1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1" name="Google Shape;361;p11"/>
          <p:cNvGrpSpPr/>
          <p:nvPr/>
        </p:nvGrpSpPr>
        <p:grpSpPr>
          <a:xfrm flipH="1">
            <a:off x="1408072" y="4117288"/>
            <a:ext cx="1929500" cy="2210100"/>
            <a:chOff x="295725" y="-3462825"/>
            <a:chExt cx="1929500" cy="2210100"/>
          </a:xfrm>
        </p:grpSpPr>
        <p:sp>
          <p:nvSpPr>
            <p:cNvPr id="362" name="Google Shape;362;p11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11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11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11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11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1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1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1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1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1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1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1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7" name="Google Shape;387;p11"/>
          <p:cNvGrpSpPr/>
          <p:nvPr/>
        </p:nvGrpSpPr>
        <p:grpSpPr>
          <a:xfrm flipH="1">
            <a:off x="6292047" y="-450687"/>
            <a:ext cx="1516025" cy="1489525"/>
            <a:chOff x="-3888525" y="-3012325"/>
            <a:chExt cx="1516025" cy="1489525"/>
          </a:xfrm>
        </p:grpSpPr>
        <p:sp>
          <p:nvSpPr>
            <p:cNvPr id="388" name="Google Shape;388;p11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11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11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11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11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1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1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1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9" name="Google Shape;399;p11"/>
          <p:cNvGrpSpPr/>
          <p:nvPr/>
        </p:nvGrpSpPr>
        <p:grpSpPr>
          <a:xfrm flipH="1">
            <a:off x="-128787" y="-450682"/>
            <a:ext cx="1938846" cy="1720830"/>
            <a:chOff x="-1873362" y="2120543"/>
            <a:chExt cx="1938846" cy="1720830"/>
          </a:xfrm>
        </p:grpSpPr>
        <p:sp>
          <p:nvSpPr>
            <p:cNvPr id="400" name="Google Shape;400;p11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3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2" name="Google Shape;422;p13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3" name="Google Shape;423;p13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4" name="Google Shape;424;p13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5" name="Google Shape;425;p13"/>
          <p:cNvSpPr txBox="1">
            <a:spLocks noGrp="1"/>
          </p:cNvSpPr>
          <p:nvPr>
            <p:ph type="title" idx="4" hasCustomPrompt="1"/>
          </p:nvPr>
        </p:nvSpPr>
        <p:spPr>
          <a:xfrm flipH="1">
            <a:off x="1033525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6" name="Google Shape;426;p13"/>
          <p:cNvSpPr txBox="1">
            <a:spLocks noGrp="1"/>
          </p:cNvSpPr>
          <p:nvPr>
            <p:ph type="subTitle" idx="5"/>
          </p:nvPr>
        </p:nvSpPr>
        <p:spPr>
          <a:xfrm>
            <a:off x="1033550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13"/>
          <p:cNvSpPr txBox="1">
            <a:spLocks noGrp="1"/>
          </p:cNvSpPr>
          <p:nvPr>
            <p:ph type="subTitle" idx="6"/>
          </p:nvPr>
        </p:nvSpPr>
        <p:spPr>
          <a:xfrm>
            <a:off x="1033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28" name="Google Shape;428;p13"/>
          <p:cNvSpPr txBox="1">
            <a:spLocks noGrp="1"/>
          </p:cNvSpPr>
          <p:nvPr>
            <p:ph type="title" idx="7" hasCustomPrompt="1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29" name="Google Shape;429;p13"/>
          <p:cNvSpPr txBox="1">
            <a:spLocks noGrp="1"/>
          </p:cNvSpPr>
          <p:nvPr>
            <p:ph type="subTitle" idx="8"/>
          </p:nvPr>
        </p:nvSpPr>
        <p:spPr>
          <a:xfrm>
            <a:off x="5474325" y="2480675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0" name="Google Shape;430;p13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1" name="Google Shape;431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4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432" name="Google Shape;432;p13"/>
          <p:cNvSpPr txBox="1">
            <a:spLocks noGrp="1"/>
          </p:cNvSpPr>
          <p:nvPr>
            <p:ph type="subTitle" idx="14"/>
          </p:nvPr>
        </p:nvSpPr>
        <p:spPr>
          <a:xfrm>
            <a:off x="5474325" y="4167677"/>
            <a:ext cx="263610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400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3" name="Google Shape;433;p13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434" name="Google Shape;434;p13"/>
          <p:cNvGrpSpPr/>
          <p:nvPr/>
        </p:nvGrpSpPr>
        <p:grpSpPr>
          <a:xfrm>
            <a:off x="-969899" y="3989306"/>
            <a:ext cx="1803578" cy="1558580"/>
            <a:chOff x="-969899" y="3989306"/>
            <a:chExt cx="1803578" cy="1558580"/>
          </a:xfrm>
        </p:grpSpPr>
        <p:grpSp>
          <p:nvGrpSpPr>
            <p:cNvPr id="435" name="Google Shape;435;p13"/>
            <p:cNvGrpSpPr/>
            <p:nvPr/>
          </p:nvGrpSpPr>
          <p:grpSpPr>
            <a:xfrm>
              <a:off x="-699845" y="4032775"/>
              <a:ext cx="777174" cy="1001897"/>
              <a:chOff x="-699845" y="4032775"/>
              <a:chExt cx="777174" cy="1001897"/>
            </a:xfrm>
          </p:grpSpPr>
          <p:sp>
            <p:nvSpPr>
              <p:cNvPr id="436" name="Google Shape;436;p13"/>
              <p:cNvSpPr/>
              <p:nvPr/>
            </p:nvSpPr>
            <p:spPr>
              <a:xfrm>
                <a:off x="-699845" y="4054782"/>
                <a:ext cx="752952" cy="979890"/>
              </a:xfrm>
              <a:custGeom>
                <a:avLst/>
                <a:gdLst/>
                <a:ahLst/>
                <a:cxnLst/>
                <a:rect l="l" t="t" r="r" b="b"/>
                <a:pathLst>
                  <a:path w="34350" h="44703" extrusionOk="0">
                    <a:moveTo>
                      <a:pt x="34205" y="1"/>
                    </a:moveTo>
                    <a:cubicBezTo>
                      <a:pt x="34169" y="1"/>
                      <a:pt x="34132" y="15"/>
                      <a:pt x="34104" y="43"/>
                    </a:cubicBezTo>
                    <a:lnTo>
                      <a:pt x="23425" y="10722"/>
                    </a:lnTo>
                    <a:cubicBezTo>
                      <a:pt x="23402" y="10745"/>
                      <a:pt x="23391" y="10778"/>
                      <a:pt x="23391" y="10823"/>
                    </a:cubicBezTo>
                    <a:lnTo>
                      <a:pt x="23391" y="21168"/>
                    </a:lnTo>
                    <a:lnTo>
                      <a:pt x="90" y="44468"/>
                    </a:lnTo>
                    <a:cubicBezTo>
                      <a:pt x="1" y="44558"/>
                      <a:pt x="68" y="44703"/>
                      <a:pt x="191" y="44703"/>
                    </a:cubicBezTo>
                    <a:cubicBezTo>
                      <a:pt x="224" y="44703"/>
                      <a:pt x="258" y="44692"/>
                      <a:pt x="291" y="44669"/>
                    </a:cubicBezTo>
                    <a:lnTo>
                      <a:pt x="23626" y="21324"/>
                    </a:lnTo>
                    <a:cubicBezTo>
                      <a:pt x="23648" y="21301"/>
                      <a:pt x="23670" y="21257"/>
                      <a:pt x="23670" y="21223"/>
                    </a:cubicBezTo>
                    <a:lnTo>
                      <a:pt x="23670" y="10879"/>
                    </a:lnTo>
                    <a:lnTo>
                      <a:pt x="34305" y="244"/>
                    </a:lnTo>
                    <a:cubicBezTo>
                      <a:pt x="34350" y="188"/>
                      <a:pt x="34350" y="98"/>
                      <a:pt x="34305" y="43"/>
                    </a:cubicBezTo>
                    <a:cubicBezTo>
                      <a:pt x="34277" y="15"/>
                      <a:pt x="34241" y="1"/>
                      <a:pt x="3420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13"/>
              <p:cNvSpPr/>
              <p:nvPr/>
            </p:nvSpPr>
            <p:spPr>
              <a:xfrm>
                <a:off x="22507" y="4032775"/>
                <a:ext cx="54822" cy="49978"/>
              </a:xfrm>
              <a:custGeom>
                <a:avLst/>
                <a:gdLst/>
                <a:ahLst/>
                <a:cxnLst/>
                <a:rect l="l" t="t" r="r" b="b"/>
                <a:pathLst>
                  <a:path w="2501" h="2280" extrusionOk="0">
                    <a:moveTo>
                      <a:pt x="1248" y="0"/>
                    </a:moveTo>
                    <a:cubicBezTo>
                      <a:pt x="738" y="0"/>
                      <a:pt x="270" y="354"/>
                      <a:pt x="146" y="879"/>
                    </a:cubicBezTo>
                    <a:cubicBezTo>
                      <a:pt x="1" y="1493"/>
                      <a:pt x="380" y="2107"/>
                      <a:pt x="994" y="2252"/>
                    </a:cubicBezTo>
                    <a:cubicBezTo>
                      <a:pt x="1077" y="2270"/>
                      <a:pt x="1161" y="2279"/>
                      <a:pt x="1243" y="2279"/>
                    </a:cubicBezTo>
                    <a:cubicBezTo>
                      <a:pt x="1757" y="2279"/>
                      <a:pt x="2231" y="1933"/>
                      <a:pt x="2356" y="1404"/>
                    </a:cubicBezTo>
                    <a:cubicBezTo>
                      <a:pt x="2501" y="790"/>
                      <a:pt x="2121" y="176"/>
                      <a:pt x="1507" y="31"/>
                    </a:cubicBezTo>
                    <a:cubicBezTo>
                      <a:pt x="1421" y="10"/>
                      <a:pt x="1334" y="0"/>
                      <a:pt x="124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3"/>
              <p:cNvSpPr/>
              <p:nvPr/>
            </p:nvSpPr>
            <p:spPr>
              <a:xfrm>
                <a:off x="-344653" y="4547149"/>
                <a:ext cx="136036" cy="135772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6194" extrusionOk="0">
                    <a:moveTo>
                      <a:pt x="6149" y="0"/>
                    </a:moveTo>
                    <a:lnTo>
                      <a:pt x="1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4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39" name="Google Shape;439;p13"/>
            <p:cNvSpPr/>
            <p:nvPr/>
          </p:nvSpPr>
          <p:spPr>
            <a:xfrm>
              <a:off x="-621306" y="4385709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13"/>
            <p:cNvSpPr/>
            <p:nvPr/>
          </p:nvSpPr>
          <p:spPr>
            <a:xfrm>
              <a:off x="-2920" y="4363854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13"/>
            <p:cNvSpPr/>
            <p:nvPr/>
          </p:nvSpPr>
          <p:spPr>
            <a:xfrm>
              <a:off x="-348577" y="4011249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3"/>
            <p:cNvSpPr/>
            <p:nvPr/>
          </p:nvSpPr>
          <p:spPr>
            <a:xfrm>
              <a:off x="-138934" y="3989307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3"/>
            <p:cNvSpPr/>
            <p:nvPr/>
          </p:nvSpPr>
          <p:spPr>
            <a:xfrm>
              <a:off x="-372053" y="4223325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13"/>
            <p:cNvSpPr/>
            <p:nvPr/>
          </p:nvSpPr>
          <p:spPr>
            <a:xfrm>
              <a:off x="-164361" y="4868277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3"/>
            <p:cNvSpPr/>
            <p:nvPr/>
          </p:nvSpPr>
          <p:spPr>
            <a:xfrm>
              <a:off x="226779" y="4995523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13"/>
            <p:cNvSpPr/>
            <p:nvPr/>
          </p:nvSpPr>
          <p:spPr>
            <a:xfrm>
              <a:off x="474081" y="4841338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13"/>
            <p:cNvSpPr/>
            <p:nvPr/>
          </p:nvSpPr>
          <p:spPr>
            <a:xfrm>
              <a:off x="-185887" y="5498214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3"/>
            <p:cNvSpPr/>
            <p:nvPr/>
          </p:nvSpPr>
          <p:spPr>
            <a:xfrm>
              <a:off x="38925" y="4786012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-589259" y="4875599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-677815" y="5502489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-969899" y="4645526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289933" y="3989306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615706" y="4527246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682255" y="4585290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5" name="Google Shape;455;p13"/>
          <p:cNvGrpSpPr/>
          <p:nvPr/>
        </p:nvGrpSpPr>
        <p:grpSpPr>
          <a:xfrm flipH="1">
            <a:off x="-74415" y="391900"/>
            <a:ext cx="1040638" cy="901375"/>
            <a:chOff x="948060" y="3972813"/>
            <a:chExt cx="1040638" cy="901375"/>
          </a:xfrm>
        </p:grpSpPr>
        <p:grpSp>
          <p:nvGrpSpPr>
            <p:cNvPr id="456" name="Google Shape;456;p13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457" name="Google Shape;457;p13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3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9" name="Google Shape;459;p1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460" name="Google Shape;460;p1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63" name="Google Shape;463;p13"/>
          <p:cNvGrpSpPr/>
          <p:nvPr/>
        </p:nvGrpSpPr>
        <p:grpSpPr>
          <a:xfrm>
            <a:off x="8530769" y="1433443"/>
            <a:ext cx="1019565" cy="1290805"/>
            <a:chOff x="-4017975" y="-49702"/>
            <a:chExt cx="1162825" cy="1472177"/>
          </a:xfrm>
        </p:grpSpPr>
        <p:sp>
          <p:nvSpPr>
            <p:cNvPr id="464" name="Google Shape;464;p13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4"/>
          <p:cNvSpPr txBox="1">
            <a:spLocks noGrp="1"/>
          </p:cNvSpPr>
          <p:nvPr>
            <p:ph type="title"/>
          </p:nvPr>
        </p:nvSpPr>
        <p:spPr>
          <a:xfrm>
            <a:off x="1940550" y="3438075"/>
            <a:ext cx="5262900" cy="363000"/>
          </a:xfrm>
          <a:prstGeom prst="rect">
            <a:avLst/>
          </a:prstGeom>
          <a:noFill/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2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3" name="Google Shape;473;p14"/>
          <p:cNvSpPr txBox="1">
            <a:spLocks noGrp="1"/>
          </p:cNvSpPr>
          <p:nvPr>
            <p:ph type="subTitle" idx="1"/>
          </p:nvPr>
        </p:nvSpPr>
        <p:spPr>
          <a:xfrm>
            <a:off x="1940550" y="1342425"/>
            <a:ext cx="5262900" cy="1592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474" name="Google Shape;474;p14"/>
          <p:cNvGrpSpPr/>
          <p:nvPr/>
        </p:nvGrpSpPr>
        <p:grpSpPr>
          <a:xfrm>
            <a:off x="8103363" y="1111063"/>
            <a:ext cx="1040638" cy="901375"/>
            <a:chOff x="8457538" y="810363"/>
            <a:chExt cx="1040638" cy="901375"/>
          </a:xfrm>
        </p:grpSpPr>
        <p:grpSp>
          <p:nvGrpSpPr>
            <p:cNvPr id="475" name="Google Shape;475;p1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476" name="Google Shape;476;p1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1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479" name="Google Shape;479;p1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2" name="Google Shape;482;p14"/>
          <p:cNvGrpSpPr/>
          <p:nvPr/>
        </p:nvGrpSpPr>
        <p:grpSpPr>
          <a:xfrm>
            <a:off x="214269" y="2098393"/>
            <a:ext cx="1019565" cy="1290805"/>
            <a:chOff x="-4017975" y="-49702"/>
            <a:chExt cx="1162825" cy="1472177"/>
          </a:xfrm>
        </p:grpSpPr>
        <p:sp>
          <p:nvSpPr>
            <p:cNvPr id="483" name="Google Shape;483;p1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5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1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5" name="Google Shape;545;p17"/>
          <p:cNvSpPr txBox="1">
            <a:spLocks noGrp="1"/>
          </p:cNvSpPr>
          <p:nvPr>
            <p:ph type="subTitle" idx="1"/>
          </p:nvPr>
        </p:nvSpPr>
        <p:spPr>
          <a:xfrm>
            <a:off x="7828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6" name="Google Shape;546;p17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17"/>
          <p:cNvSpPr txBox="1">
            <a:spLocks noGrp="1"/>
          </p:cNvSpPr>
          <p:nvPr>
            <p:ph type="subTitle" idx="3"/>
          </p:nvPr>
        </p:nvSpPr>
        <p:spPr>
          <a:xfrm>
            <a:off x="341640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8" name="Google Shape;548;p17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9" name="Google Shape;549;p17"/>
          <p:cNvSpPr txBox="1">
            <a:spLocks noGrp="1"/>
          </p:cNvSpPr>
          <p:nvPr>
            <p:ph type="subTitle" idx="5"/>
          </p:nvPr>
        </p:nvSpPr>
        <p:spPr>
          <a:xfrm>
            <a:off x="6049950" y="295525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0" name="Google Shape;550;p17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51" name="Google Shape;551;p17"/>
          <p:cNvGrpSpPr/>
          <p:nvPr/>
        </p:nvGrpSpPr>
        <p:grpSpPr>
          <a:xfrm>
            <a:off x="-382087" y="624425"/>
            <a:ext cx="1040638" cy="901375"/>
            <a:chOff x="8457538" y="810363"/>
            <a:chExt cx="1040638" cy="901375"/>
          </a:xfrm>
        </p:grpSpPr>
        <p:grpSp>
          <p:nvGrpSpPr>
            <p:cNvPr id="552" name="Google Shape;552;p1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553" name="Google Shape;553;p1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5" name="Google Shape;555;p1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556" name="Google Shape;556;p1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1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1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59" name="Google Shape;559;p17"/>
          <p:cNvGrpSpPr/>
          <p:nvPr/>
        </p:nvGrpSpPr>
        <p:grpSpPr>
          <a:xfrm rot="10800000">
            <a:off x="8274244" y="624418"/>
            <a:ext cx="1803578" cy="1592367"/>
            <a:chOff x="-4912150" y="-393637"/>
            <a:chExt cx="2057000" cy="1816112"/>
          </a:xfrm>
        </p:grpSpPr>
        <p:sp>
          <p:nvSpPr>
            <p:cNvPr id="560" name="Google Shape;56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9" name="Google Shape;579;p17"/>
          <p:cNvGrpSpPr/>
          <p:nvPr/>
        </p:nvGrpSpPr>
        <p:grpSpPr>
          <a:xfrm rot="10800000">
            <a:off x="1179219" y="4287293"/>
            <a:ext cx="1803578" cy="1592367"/>
            <a:chOff x="-4912150" y="-393637"/>
            <a:chExt cx="2057000" cy="1816112"/>
          </a:xfrm>
        </p:grpSpPr>
        <p:sp>
          <p:nvSpPr>
            <p:cNvPr id="580" name="Google Shape;580;p17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17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7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5_1_1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19"/>
          <p:cNvSpPr txBox="1">
            <a:spLocks noGrp="1"/>
          </p:cNvSpPr>
          <p:nvPr>
            <p:ph type="subTitle" idx="1"/>
          </p:nvPr>
        </p:nvSpPr>
        <p:spPr>
          <a:xfrm>
            <a:off x="7859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4" name="Google Shape;664;p19"/>
          <p:cNvSpPr txBox="1">
            <a:spLocks noGrp="1"/>
          </p:cNvSpPr>
          <p:nvPr>
            <p:ph type="subTitle" idx="2"/>
          </p:nvPr>
        </p:nvSpPr>
        <p:spPr>
          <a:xfrm>
            <a:off x="785913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5" name="Google Shape;665;p19"/>
          <p:cNvSpPr txBox="1">
            <a:spLocks noGrp="1"/>
          </p:cNvSpPr>
          <p:nvPr>
            <p:ph type="subTitle" idx="3"/>
          </p:nvPr>
        </p:nvSpPr>
        <p:spPr>
          <a:xfrm>
            <a:off x="3428113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6" name="Google Shape;666;p19"/>
          <p:cNvSpPr txBox="1">
            <a:spLocks noGrp="1"/>
          </p:cNvSpPr>
          <p:nvPr>
            <p:ph type="subTitle" idx="4"/>
          </p:nvPr>
        </p:nvSpPr>
        <p:spPr>
          <a:xfrm>
            <a:off x="3428100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7" name="Google Shape;667;p19"/>
          <p:cNvSpPr txBox="1">
            <a:spLocks noGrp="1"/>
          </p:cNvSpPr>
          <p:nvPr>
            <p:ph type="subTitle" idx="5"/>
          </p:nvPr>
        </p:nvSpPr>
        <p:spPr>
          <a:xfrm>
            <a:off x="6070288" y="20885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8" name="Google Shape;668;p19"/>
          <p:cNvSpPr txBox="1">
            <a:spLocks noGrp="1"/>
          </p:cNvSpPr>
          <p:nvPr>
            <p:ph type="subTitle" idx="6"/>
          </p:nvPr>
        </p:nvSpPr>
        <p:spPr>
          <a:xfrm>
            <a:off x="6070288" y="17176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9" name="Google Shape;669;p19"/>
          <p:cNvSpPr txBox="1">
            <a:spLocks noGrp="1"/>
          </p:cNvSpPr>
          <p:nvPr>
            <p:ph type="subTitle" idx="7"/>
          </p:nvPr>
        </p:nvSpPr>
        <p:spPr>
          <a:xfrm>
            <a:off x="7859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0" name="Google Shape;670;p19"/>
          <p:cNvSpPr txBox="1">
            <a:spLocks noGrp="1"/>
          </p:cNvSpPr>
          <p:nvPr>
            <p:ph type="subTitle" idx="8"/>
          </p:nvPr>
        </p:nvSpPr>
        <p:spPr>
          <a:xfrm>
            <a:off x="785913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1" name="Google Shape;671;p19"/>
          <p:cNvSpPr txBox="1">
            <a:spLocks noGrp="1"/>
          </p:cNvSpPr>
          <p:nvPr>
            <p:ph type="subTitle" idx="9"/>
          </p:nvPr>
        </p:nvSpPr>
        <p:spPr>
          <a:xfrm>
            <a:off x="3428113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2" name="Google Shape;672;p19"/>
          <p:cNvSpPr txBox="1">
            <a:spLocks noGrp="1"/>
          </p:cNvSpPr>
          <p:nvPr>
            <p:ph type="subTitle" idx="13"/>
          </p:nvPr>
        </p:nvSpPr>
        <p:spPr>
          <a:xfrm>
            <a:off x="3428100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3" name="Google Shape;673;p19"/>
          <p:cNvSpPr txBox="1">
            <a:spLocks noGrp="1"/>
          </p:cNvSpPr>
          <p:nvPr>
            <p:ph type="subTitle" idx="14"/>
          </p:nvPr>
        </p:nvSpPr>
        <p:spPr>
          <a:xfrm>
            <a:off x="6070288" y="3824650"/>
            <a:ext cx="2287800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4" name="Google Shape;674;p19"/>
          <p:cNvSpPr txBox="1">
            <a:spLocks noGrp="1"/>
          </p:cNvSpPr>
          <p:nvPr>
            <p:ph type="subTitle" idx="15"/>
          </p:nvPr>
        </p:nvSpPr>
        <p:spPr>
          <a:xfrm>
            <a:off x="6070288" y="3453700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675" name="Google Shape;675;p19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676" name="Google Shape;676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77" name="Google Shape;677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9" name="Google Shape;679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0" name="Google Shape;680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3" name="Google Shape;683;p19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684" name="Google Shape;684;p19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685" name="Google Shape;685;p19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9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87" name="Google Shape;687;p19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688" name="Google Shape;688;p19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9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9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91" name="Google Shape;691;p19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692" name="Google Shape;692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96" name="Google Shape;696;p19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697" name="Google Shape;697;p19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9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9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9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9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9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9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9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9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9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9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9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9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9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9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19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19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6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0"/>
          <p:cNvSpPr txBox="1">
            <a:spLocks noGrp="1"/>
          </p:cNvSpPr>
          <p:nvPr>
            <p:ph type="title" hasCustomPrompt="1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8" name="Google Shape;718;p20"/>
          <p:cNvSpPr txBox="1">
            <a:spLocks noGrp="1"/>
          </p:cNvSpPr>
          <p:nvPr>
            <p:ph type="subTitle" idx="1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9" name="Google Shape;719;p20"/>
          <p:cNvSpPr txBox="1">
            <a:spLocks noGrp="1"/>
          </p:cNvSpPr>
          <p:nvPr>
            <p:ph type="title" idx="2" hasCustomPrompt="1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0" name="Google Shape;720;p20"/>
          <p:cNvSpPr txBox="1">
            <a:spLocks noGrp="1"/>
          </p:cNvSpPr>
          <p:nvPr>
            <p:ph type="subTitle" idx="3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1" name="Google Shape;721;p20"/>
          <p:cNvSpPr txBox="1">
            <a:spLocks noGrp="1"/>
          </p:cNvSpPr>
          <p:nvPr>
            <p:ph type="title" idx="4" hasCustomPrompt="1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None/>
              <a:defRPr sz="4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None/>
              <a:defRPr sz="12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22" name="Google Shape;722;p20"/>
          <p:cNvSpPr txBox="1">
            <a:spLocks noGrp="1"/>
          </p:cNvSpPr>
          <p:nvPr>
            <p:ph type="subTitle" idx="5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23" name="Google Shape;723;p20"/>
          <p:cNvGrpSpPr/>
          <p:nvPr/>
        </p:nvGrpSpPr>
        <p:grpSpPr>
          <a:xfrm flipH="1">
            <a:off x="7051226" y="-890069"/>
            <a:ext cx="1938846" cy="1720830"/>
            <a:chOff x="-1873362" y="2120543"/>
            <a:chExt cx="1938846" cy="1720830"/>
          </a:xfrm>
        </p:grpSpPr>
        <p:sp>
          <p:nvSpPr>
            <p:cNvPr id="724" name="Google Shape;724;p2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2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2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2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3" name="Google Shape;743;p20"/>
          <p:cNvGrpSpPr/>
          <p:nvPr/>
        </p:nvGrpSpPr>
        <p:grpSpPr>
          <a:xfrm flipH="1">
            <a:off x="-693003" y="-88512"/>
            <a:ext cx="1516025" cy="1489525"/>
            <a:chOff x="-3888525" y="-3012325"/>
            <a:chExt cx="1516025" cy="1489525"/>
          </a:xfrm>
        </p:grpSpPr>
        <p:sp>
          <p:nvSpPr>
            <p:cNvPr id="744" name="Google Shape;744;p20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0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0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0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0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0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0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0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0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0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0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5" name="Google Shape;755;p20"/>
          <p:cNvGrpSpPr/>
          <p:nvPr/>
        </p:nvGrpSpPr>
        <p:grpSpPr>
          <a:xfrm flipH="1">
            <a:off x="8030519" y="1531768"/>
            <a:ext cx="1019565" cy="1290805"/>
            <a:chOff x="-4017975" y="-49702"/>
            <a:chExt cx="1162825" cy="1472177"/>
          </a:xfrm>
        </p:grpSpPr>
        <p:sp>
          <p:nvSpPr>
            <p:cNvPr id="756" name="Google Shape;756;p2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Google Shape;759;p2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Google Shape;760;p20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Google Shape;761;p2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Google Shape;762;p2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63" name="Google Shape;763;p20"/>
          <p:cNvGrpSpPr/>
          <p:nvPr/>
        </p:nvGrpSpPr>
        <p:grpSpPr>
          <a:xfrm flipH="1">
            <a:off x="-3" y="3171850"/>
            <a:ext cx="1929500" cy="2210100"/>
            <a:chOff x="295725" y="-3462825"/>
            <a:chExt cx="1929500" cy="2210100"/>
          </a:xfrm>
        </p:grpSpPr>
        <p:sp>
          <p:nvSpPr>
            <p:cNvPr id="764" name="Google Shape;764;p2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2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Google Shape;766;p2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2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2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Google Shape;769;p2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Google Shape;770;p2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Google Shape;771;p2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Google Shape;772;p2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Google Shape;773;p2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6_1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21"/>
          <p:cNvSpPr txBox="1">
            <a:spLocks noGrp="1"/>
          </p:cNvSpPr>
          <p:nvPr>
            <p:ph type="body" idx="1"/>
          </p:nvPr>
        </p:nvSpPr>
        <p:spPr>
          <a:xfrm>
            <a:off x="1932150" y="1660875"/>
            <a:ext cx="5279700" cy="2239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 sz="1200"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791" name="Google Shape;791;p2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792" name="Google Shape;792;p21"/>
          <p:cNvGrpSpPr/>
          <p:nvPr/>
        </p:nvGrpSpPr>
        <p:grpSpPr>
          <a:xfrm rot="10800000">
            <a:off x="-615206" y="2336518"/>
            <a:ext cx="1803578" cy="1592367"/>
            <a:chOff x="-4912150" y="-393637"/>
            <a:chExt cx="2057000" cy="1816112"/>
          </a:xfrm>
        </p:grpSpPr>
        <p:sp>
          <p:nvSpPr>
            <p:cNvPr id="793" name="Google Shape;793;p21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21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21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21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1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1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1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1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1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1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1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1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1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1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1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2"/>
          <p:cNvSpPr txBox="1">
            <a:spLocks noGrp="1"/>
          </p:cNvSpPr>
          <p:nvPr>
            <p:ph type="ctrTitle"/>
          </p:nvPr>
        </p:nvSpPr>
        <p:spPr>
          <a:xfrm>
            <a:off x="782850" y="1264217"/>
            <a:ext cx="3380400" cy="7125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None/>
              <a:defRPr sz="60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14" name="Google Shape;814;p22"/>
          <p:cNvSpPr txBox="1">
            <a:spLocks noGrp="1"/>
          </p:cNvSpPr>
          <p:nvPr>
            <p:ph type="subTitle" idx="1"/>
          </p:nvPr>
        </p:nvSpPr>
        <p:spPr>
          <a:xfrm>
            <a:off x="782850" y="2542667"/>
            <a:ext cx="3687900" cy="134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15" name="Google Shape;815;p22"/>
          <p:cNvSpPr txBox="1"/>
          <p:nvPr/>
        </p:nvSpPr>
        <p:spPr>
          <a:xfrm>
            <a:off x="3038500" y="3831325"/>
            <a:ext cx="4543500" cy="6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CREDITS: 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including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Tajawal"/>
                <a:ea typeface="Tajawal"/>
                <a:cs typeface="Tajawal"/>
                <a:sym typeface="Tajawal"/>
              </a:rPr>
              <a:t>,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Tajawal"/>
                <a:ea typeface="Tajawal"/>
                <a:cs typeface="Tajawal"/>
                <a:sym typeface="Tajawal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200" b="1" u="sng">
              <a:solidFill>
                <a:schemeClr val="dk1"/>
              </a:solidFill>
              <a:latin typeface="Tajawal"/>
              <a:ea typeface="Tajawal"/>
              <a:cs typeface="Tajawal"/>
              <a:sym typeface="Tajawal"/>
            </a:endParaRPr>
          </a:p>
        </p:txBody>
      </p:sp>
      <p:grpSp>
        <p:nvGrpSpPr>
          <p:cNvPr id="816" name="Google Shape;816;p22"/>
          <p:cNvGrpSpPr/>
          <p:nvPr/>
        </p:nvGrpSpPr>
        <p:grpSpPr>
          <a:xfrm flipH="1">
            <a:off x="-262674" y="3935863"/>
            <a:ext cx="716725" cy="901375"/>
            <a:chOff x="-3888525" y="-2483300"/>
            <a:chExt cx="716725" cy="901375"/>
          </a:xfrm>
        </p:grpSpPr>
        <p:sp>
          <p:nvSpPr>
            <p:cNvPr id="817" name="Google Shape;81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9" name="Google Shape;819;p22"/>
          <p:cNvGrpSpPr/>
          <p:nvPr/>
        </p:nvGrpSpPr>
        <p:grpSpPr>
          <a:xfrm flipH="1">
            <a:off x="454038" y="4456988"/>
            <a:ext cx="323925" cy="323650"/>
            <a:chOff x="1608625" y="299800"/>
            <a:chExt cx="323925" cy="323650"/>
          </a:xfrm>
        </p:grpSpPr>
        <p:sp>
          <p:nvSpPr>
            <p:cNvPr id="820" name="Google Shape;820;p22"/>
            <p:cNvSpPr/>
            <p:nvPr/>
          </p:nvSpPr>
          <p:spPr>
            <a:xfrm>
              <a:off x="1633450" y="324425"/>
              <a:ext cx="275900" cy="274200"/>
            </a:xfrm>
            <a:custGeom>
              <a:avLst/>
              <a:gdLst/>
              <a:ahLst/>
              <a:cxnLst/>
              <a:rect l="l" t="t" r="r" b="b"/>
              <a:pathLst>
                <a:path w="11036" h="10968" extrusionOk="0">
                  <a:moveTo>
                    <a:pt x="10830" y="0"/>
                  </a:moveTo>
                  <a:cubicBezTo>
                    <a:pt x="10795" y="0"/>
                    <a:pt x="10758" y="16"/>
                    <a:pt x="10725" y="54"/>
                  </a:cubicBezTo>
                  <a:lnTo>
                    <a:pt x="46" y="10733"/>
                  </a:lnTo>
                  <a:cubicBezTo>
                    <a:pt x="1" y="10789"/>
                    <a:pt x="1" y="10867"/>
                    <a:pt x="46" y="10923"/>
                  </a:cubicBezTo>
                  <a:cubicBezTo>
                    <a:pt x="79" y="10956"/>
                    <a:pt x="112" y="10968"/>
                    <a:pt x="146" y="10968"/>
                  </a:cubicBezTo>
                  <a:cubicBezTo>
                    <a:pt x="191" y="10968"/>
                    <a:pt x="224" y="10956"/>
                    <a:pt x="246" y="10923"/>
                  </a:cubicBezTo>
                  <a:lnTo>
                    <a:pt x="10926" y="254"/>
                  </a:lnTo>
                  <a:cubicBezTo>
                    <a:pt x="11036" y="153"/>
                    <a:pt x="10941" y="0"/>
                    <a:pt x="108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2"/>
            <p:cNvSpPr/>
            <p:nvPr/>
          </p:nvSpPr>
          <p:spPr>
            <a:xfrm>
              <a:off x="1875625" y="299800"/>
              <a:ext cx="56925" cy="56950"/>
            </a:xfrm>
            <a:custGeom>
              <a:avLst/>
              <a:gdLst/>
              <a:ahLst/>
              <a:cxnLst/>
              <a:rect l="l" t="t" r="r" b="b"/>
              <a:pathLst>
                <a:path w="2277" h="2278" extrusionOk="0">
                  <a:moveTo>
                    <a:pt x="1139" y="1"/>
                  </a:moveTo>
                  <a:cubicBezTo>
                    <a:pt x="514" y="1"/>
                    <a:pt x="0" y="514"/>
                    <a:pt x="0" y="1139"/>
                  </a:cubicBezTo>
                  <a:cubicBezTo>
                    <a:pt x="0" y="1764"/>
                    <a:pt x="514" y="2277"/>
                    <a:pt x="1139" y="2277"/>
                  </a:cubicBezTo>
                  <a:cubicBezTo>
                    <a:pt x="1764" y="2277"/>
                    <a:pt x="2277" y="1764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2"/>
            <p:cNvSpPr/>
            <p:nvPr/>
          </p:nvSpPr>
          <p:spPr>
            <a:xfrm>
              <a:off x="1608625" y="566800"/>
              <a:ext cx="56950" cy="56650"/>
            </a:xfrm>
            <a:custGeom>
              <a:avLst/>
              <a:gdLst/>
              <a:ahLst/>
              <a:cxnLst/>
              <a:rect l="l" t="t" r="r" b="b"/>
              <a:pathLst>
                <a:path w="2278" h="2266" extrusionOk="0">
                  <a:moveTo>
                    <a:pt x="1139" y="0"/>
                  </a:moveTo>
                  <a:cubicBezTo>
                    <a:pt x="514" y="0"/>
                    <a:pt x="1" y="503"/>
                    <a:pt x="1" y="1127"/>
                  </a:cubicBezTo>
                  <a:cubicBezTo>
                    <a:pt x="1" y="1764"/>
                    <a:pt x="514" y="2266"/>
                    <a:pt x="1139" y="2266"/>
                  </a:cubicBezTo>
                  <a:cubicBezTo>
                    <a:pt x="1775" y="2266"/>
                    <a:pt x="2277" y="1764"/>
                    <a:pt x="2277" y="1127"/>
                  </a:cubicBezTo>
                  <a:cubicBezTo>
                    <a:pt x="2277" y="503"/>
                    <a:pt x="1775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3" name="Google Shape;823;p22"/>
          <p:cNvGrpSpPr/>
          <p:nvPr/>
        </p:nvGrpSpPr>
        <p:grpSpPr>
          <a:xfrm flipH="1">
            <a:off x="7896101" y="233975"/>
            <a:ext cx="1516025" cy="1489525"/>
            <a:chOff x="-3888525" y="-3012325"/>
            <a:chExt cx="1516025" cy="1489525"/>
          </a:xfrm>
        </p:grpSpPr>
        <p:sp>
          <p:nvSpPr>
            <p:cNvPr id="824" name="Google Shape;824;p22"/>
            <p:cNvSpPr/>
            <p:nvPr/>
          </p:nvSpPr>
          <p:spPr>
            <a:xfrm>
              <a:off x="-3076125" y="-3012325"/>
              <a:ext cx="38525" cy="38250"/>
            </a:xfrm>
            <a:custGeom>
              <a:avLst/>
              <a:gdLst/>
              <a:ahLst/>
              <a:cxnLst/>
              <a:rect l="l" t="t" r="r" b="b"/>
              <a:pathLst>
                <a:path w="1541" h="1530" extrusionOk="0">
                  <a:moveTo>
                    <a:pt x="779" y="1"/>
                  </a:moveTo>
                  <a:cubicBezTo>
                    <a:pt x="679" y="1"/>
                    <a:pt x="577" y="19"/>
                    <a:pt x="480" y="56"/>
                  </a:cubicBezTo>
                  <a:cubicBezTo>
                    <a:pt x="436" y="79"/>
                    <a:pt x="391" y="101"/>
                    <a:pt x="346" y="134"/>
                  </a:cubicBezTo>
                  <a:cubicBezTo>
                    <a:pt x="302" y="157"/>
                    <a:pt x="268" y="190"/>
                    <a:pt x="224" y="224"/>
                  </a:cubicBezTo>
                  <a:cubicBezTo>
                    <a:pt x="190" y="257"/>
                    <a:pt x="157" y="302"/>
                    <a:pt x="134" y="346"/>
                  </a:cubicBezTo>
                  <a:cubicBezTo>
                    <a:pt x="101" y="380"/>
                    <a:pt x="79" y="425"/>
                    <a:pt x="56" y="480"/>
                  </a:cubicBezTo>
                  <a:cubicBezTo>
                    <a:pt x="45" y="525"/>
                    <a:pt x="34" y="570"/>
                    <a:pt x="23" y="614"/>
                  </a:cubicBezTo>
                  <a:cubicBezTo>
                    <a:pt x="12" y="659"/>
                    <a:pt x="0" y="715"/>
                    <a:pt x="0" y="771"/>
                  </a:cubicBezTo>
                  <a:cubicBezTo>
                    <a:pt x="0" y="971"/>
                    <a:pt x="90" y="1161"/>
                    <a:pt x="224" y="1306"/>
                  </a:cubicBezTo>
                  <a:cubicBezTo>
                    <a:pt x="268" y="1340"/>
                    <a:pt x="302" y="1373"/>
                    <a:pt x="346" y="1407"/>
                  </a:cubicBezTo>
                  <a:cubicBezTo>
                    <a:pt x="391" y="1429"/>
                    <a:pt x="436" y="1451"/>
                    <a:pt x="480" y="1474"/>
                  </a:cubicBezTo>
                  <a:cubicBezTo>
                    <a:pt x="525" y="1496"/>
                    <a:pt x="570" y="1507"/>
                    <a:pt x="625" y="1518"/>
                  </a:cubicBezTo>
                  <a:cubicBezTo>
                    <a:pt x="670" y="1529"/>
                    <a:pt x="726" y="1529"/>
                    <a:pt x="770" y="1529"/>
                  </a:cubicBezTo>
                  <a:lnTo>
                    <a:pt x="782" y="1529"/>
                  </a:lnTo>
                  <a:cubicBezTo>
                    <a:pt x="1206" y="1529"/>
                    <a:pt x="1540" y="1183"/>
                    <a:pt x="1540" y="771"/>
                  </a:cubicBezTo>
                  <a:cubicBezTo>
                    <a:pt x="1540" y="715"/>
                    <a:pt x="1540" y="659"/>
                    <a:pt x="1529" y="614"/>
                  </a:cubicBezTo>
                  <a:cubicBezTo>
                    <a:pt x="1518" y="570"/>
                    <a:pt x="1507" y="525"/>
                    <a:pt x="1485" y="480"/>
                  </a:cubicBezTo>
                  <a:cubicBezTo>
                    <a:pt x="1462" y="425"/>
                    <a:pt x="1440" y="380"/>
                    <a:pt x="1418" y="346"/>
                  </a:cubicBezTo>
                  <a:cubicBezTo>
                    <a:pt x="1384" y="302"/>
                    <a:pt x="1351" y="257"/>
                    <a:pt x="1317" y="224"/>
                  </a:cubicBezTo>
                  <a:cubicBezTo>
                    <a:pt x="1176" y="75"/>
                    <a:pt x="980" y="1"/>
                    <a:pt x="77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2"/>
            <p:cNvSpPr/>
            <p:nvPr/>
          </p:nvSpPr>
          <p:spPr>
            <a:xfrm>
              <a:off x="-3648325" y="-2918425"/>
              <a:ext cx="523950" cy="509300"/>
            </a:xfrm>
            <a:custGeom>
              <a:avLst/>
              <a:gdLst/>
              <a:ahLst/>
              <a:cxnLst/>
              <a:rect l="l" t="t" r="r" b="b"/>
              <a:pathLst>
                <a:path w="20958" h="20372" extrusionOk="0">
                  <a:moveTo>
                    <a:pt x="19910" y="1"/>
                  </a:moveTo>
                  <a:cubicBezTo>
                    <a:pt x="19813" y="1"/>
                    <a:pt x="19712" y="19"/>
                    <a:pt x="19608" y="61"/>
                  </a:cubicBezTo>
                  <a:cubicBezTo>
                    <a:pt x="18839" y="384"/>
                    <a:pt x="19060" y="1540"/>
                    <a:pt x="19903" y="1545"/>
                  </a:cubicBezTo>
                  <a:lnTo>
                    <a:pt x="19903" y="1545"/>
                  </a:lnTo>
                  <a:cubicBezTo>
                    <a:pt x="20102" y="1544"/>
                    <a:pt x="20301" y="1466"/>
                    <a:pt x="20445" y="1311"/>
                  </a:cubicBezTo>
                  <a:cubicBezTo>
                    <a:pt x="20957" y="798"/>
                    <a:pt x="20539" y="1"/>
                    <a:pt x="19910" y="1"/>
                  </a:cubicBezTo>
                  <a:close/>
                  <a:moveTo>
                    <a:pt x="19903" y="1545"/>
                  </a:moveTo>
                  <a:cubicBezTo>
                    <a:pt x="19901" y="1545"/>
                    <a:pt x="19900" y="1545"/>
                    <a:pt x="19898" y="1545"/>
                  </a:cubicBezTo>
                  <a:lnTo>
                    <a:pt x="19909" y="1545"/>
                  </a:lnTo>
                  <a:cubicBezTo>
                    <a:pt x="19907" y="1545"/>
                    <a:pt x="19905" y="1545"/>
                    <a:pt x="19903" y="1545"/>
                  </a:cubicBezTo>
                  <a:close/>
                  <a:moveTo>
                    <a:pt x="16154" y="3769"/>
                  </a:moveTo>
                  <a:cubicBezTo>
                    <a:pt x="16056" y="3769"/>
                    <a:pt x="15952" y="3789"/>
                    <a:pt x="15847" y="3833"/>
                  </a:cubicBezTo>
                  <a:cubicBezTo>
                    <a:pt x="15067" y="4156"/>
                    <a:pt x="15299" y="5301"/>
                    <a:pt x="16131" y="5306"/>
                  </a:cubicBezTo>
                  <a:lnTo>
                    <a:pt x="16131" y="5306"/>
                  </a:lnTo>
                  <a:cubicBezTo>
                    <a:pt x="16341" y="5305"/>
                    <a:pt x="16540" y="5227"/>
                    <a:pt x="16684" y="5083"/>
                  </a:cubicBezTo>
                  <a:cubicBezTo>
                    <a:pt x="17194" y="4563"/>
                    <a:pt x="16774" y="3769"/>
                    <a:pt x="16154" y="3769"/>
                  </a:cubicBezTo>
                  <a:close/>
                  <a:moveTo>
                    <a:pt x="16131" y="5306"/>
                  </a:moveTo>
                  <a:cubicBezTo>
                    <a:pt x="16129" y="5306"/>
                    <a:pt x="16128" y="5306"/>
                    <a:pt x="16126" y="5306"/>
                  </a:cubicBezTo>
                  <a:lnTo>
                    <a:pt x="16137" y="5306"/>
                  </a:lnTo>
                  <a:cubicBezTo>
                    <a:pt x="16135" y="5306"/>
                    <a:pt x="16133" y="5306"/>
                    <a:pt x="16131" y="5306"/>
                  </a:cubicBezTo>
                  <a:close/>
                  <a:moveTo>
                    <a:pt x="12383" y="7530"/>
                  </a:moveTo>
                  <a:cubicBezTo>
                    <a:pt x="12285" y="7530"/>
                    <a:pt x="12181" y="7550"/>
                    <a:pt x="12075" y="7594"/>
                  </a:cubicBezTo>
                  <a:cubicBezTo>
                    <a:pt x="11307" y="7917"/>
                    <a:pt x="11527" y="9073"/>
                    <a:pt x="12370" y="9078"/>
                  </a:cubicBezTo>
                  <a:lnTo>
                    <a:pt x="12370" y="9078"/>
                  </a:lnTo>
                  <a:cubicBezTo>
                    <a:pt x="12569" y="9077"/>
                    <a:pt x="12768" y="8998"/>
                    <a:pt x="12912" y="8844"/>
                  </a:cubicBezTo>
                  <a:cubicBezTo>
                    <a:pt x="13423" y="8333"/>
                    <a:pt x="13009" y="7530"/>
                    <a:pt x="12383" y="7530"/>
                  </a:cubicBezTo>
                  <a:close/>
                  <a:moveTo>
                    <a:pt x="12370" y="9078"/>
                  </a:moveTo>
                  <a:cubicBezTo>
                    <a:pt x="12369" y="9078"/>
                    <a:pt x="12367" y="9078"/>
                    <a:pt x="12365" y="9078"/>
                  </a:cubicBezTo>
                  <a:lnTo>
                    <a:pt x="12376" y="9078"/>
                  </a:lnTo>
                  <a:cubicBezTo>
                    <a:pt x="12374" y="9078"/>
                    <a:pt x="12372" y="9078"/>
                    <a:pt x="12370" y="9078"/>
                  </a:cubicBezTo>
                  <a:close/>
                  <a:moveTo>
                    <a:pt x="8596" y="11293"/>
                  </a:moveTo>
                  <a:cubicBezTo>
                    <a:pt x="8415" y="11293"/>
                    <a:pt x="8227" y="11364"/>
                    <a:pt x="8058" y="11533"/>
                  </a:cubicBezTo>
                  <a:cubicBezTo>
                    <a:pt x="7578" y="12013"/>
                    <a:pt x="7924" y="12839"/>
                    <a:pt x="8604" y="12839"/>
                  </a:cubicBezTo>
                  <a:cubicBezTo>
                    <a:pt x="8805" y="12839"/>
                    <a:pt x="9006" y="12761"/>
                    <a:pt x="9151" y="12615"/>
                  </a:cubicBezTo>
                  <a:cubicBezTo>
                    <a:pt x="9699" y="12059"/>
                    <a:pt x="9190" y="11293"/>
                    <a:pt x="8596" y="11293"/>
                  </a:cubicBezTo>
                  <a:close/>
                  <a:moveTo>
                    <a:pt x="4844" y="15041"/>
                  </a:moveTo>
                  <a:cubicBezTo>
                    <a:pt x="4659" y="15041"/>
                    <a:pt x="4467" y="15116"/>
                    <a:pt x="4297" y="15294"/>
                  </a:cubicBezTo>
                  <a:cubicBezTo>
                    <a:pt x="3817" y="15785"/>
                    <a:pt x="4152" y="16611"/>
                    <a:pt x="4844" y="16611"/>
                  </a:cubicBezTo>
                  <a:cubicBezTo>
                    <a:pt x="5044" y="16611"/>
                    <a:pt x="5234" y="16521"/>
                    <a:pt x="5379" y="16376"/>
                  </a:cubicBezTo>
                  <a:cubicBezTo>
                    <a:pt x="5968" y="15830"/>
                    <a:pt x="5447" y="15041"/>
                    <a:pt x="4844" y="15041"/>
                  </a:cubicBezTo>
                  <a:close/>
                  <a:moveTo>
                    <a:pt x="1086" y="18834"/>
                  </a:moveTo>
                  <a:cubicBezTo>
                    <a:pt x="989" y="18834"/>
                    <a:pt x="886" y="18854"/>
                    <a:pt x="782" y="18898"/>
                  </a:cubicBezTo>
                  <a:cubicBezTo>
                    <a:pt x="0" y="19222"/>
                    <a:pt x="235" y="20371"/>
                    <a:pt x="1072" y="20371"/>
                  </a:cubicBezTo>
                  <a:cubicBezTo>
                    <a:pt x="1273" y="20371"/>
                    <a:pt x="1473" y="20293"/>
                    <a:pt x="1618" y="20148"/>
                  </a:cubicBezTo>
                  <a:cubicBezTo>
                    <a:pt x="2130" y="19637"/>
                    <a:pt x="1707" y="18834"/>
                    <a:pt x="1086" y="188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2"/>
            <p:cNvSpPr/>
            <p:nvPr/>
          </p:nvSpPr>
          <p:spPr>
            <a:xfrm>
              <a:off x="-3742350" y="-2353475"/>
              <a:ext cx="53025" cy="38650"/>
            </a:xfrm>
            <a:custGeom>
              <a:avLst/>
              <a:gdLst/>
              <a:ahLst/>
              <a:cxnLst/>
              <a:rect l="l" t="t" r="r" b="b"/>
              <a:pathLst>
                <a:path w="2121" h="1546" extrusionOk="0">
                  <a:moveTo>
                    <a:pt x="1073" y="1"/>
                  </a:moveTo>
                  <a:cubicBezTo>
                    <a:pt x="976" y="1"/>
                    <a:pt x="875" y="19"/>
                    <a:pt x="771" y="61"/>
                  </a:cubicBezTo>
                  <a:cubicBezTo>
                    <a:pt x="1" y="385"/>
                    <a:pt x="224" y="1545"/>
                    <a:pt x="1072" y="1545"/>
                  </a:cubicBezTo>
                  <a:cubicBezTo>
                    <a:pt x="1273" y="1545"/>
                    <a:pt x="1462" y="1456"/>
                    <a:pt x="1608" y="1322"/>
                  </a:cubicBezTo>
                  <a:cubicBezTo>
                    <a:pt x="2120" y="800"/>
                    <a:pt x="1702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2"/>
            <p:cNvSpPr/>
            <p:nvPr/>
          </p:nvSpPr>
          <p:spPr>
            <a:xfrm>
              <a:off x="-3719475" y="-2483300"/>
              <a:ext cx="547675" cy="547050"/>
            </a:xfrm>
            <a:custGeom>
              <a:avLst/>
              <a:gdLst/>
              <a:ahLst/>
              <a:cxnLst/>
              <a:rect l="l" t="t" r="r" b="b"/>
              <a:pathLst>
                <a:path w="21907" h="21882" extrusionOk="0">
                  <a:moveTo>
                    <a:pt x="21756" y="1"/>
                  </a:moveTo>
                  <a:cubicBezTo>
                    <a:pt x="21723" y="1"/>
                    <a:pt x="21689" y="15"/>
                    <a:pt x="21661" y="43"/>
                  </a:cubicBezTo>
                  <a:lnTo>
                    <a:pt x="56" y="21647"/>
                  </a:lnTo>
                  <a:cubicBezTo>
                    <a:pt x="1" y="21703"/>
                    <a:pt x="1" y="21781"/>
                    <a:pt x="56" y="21837"/>
                  </a:cubicBezTo>
                  <a:cubicBezTo>
                    <a:pt x="79" y="21870"/>
                    <a:pt x="112" y="21882"/>
                    <a:pt x="157" y="21882"/>
                  </a:cubicBezTo>
                  <a:cubicBezTo>
                    <a:pt x="190" y="21882"/>
                    <a:pt x="224" y="21870"/>
                    <a:pt x="257" y="21837"/>
                  </a:cubicBezTo>
                  <a:lnTo>
                    <a:pt x="21851" y="243"/>
                  </a:lnTo>
                  <a:cubicBezTo>
                    <a:pt x="21907" y="188"/>
                    <a:pt x="21907" y="98"/>
                    <a:pt x="21851" y="43"/>
                  </a:cubicBezTo>
                  <a:cubicBezTo>
                    <a:pt x="21823" y="15"/>
                    <a:pt x="21790" y="1"/>
                    <a:pt x="2175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2"/>
            <p:cNvSpPr/>
            <p:nvPr/>
          </p:nvSpPr>
          <p:spPr>
            <a:xfrm>
              <a:off x="-3888525" y="-212882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2"/>
            <p:cNvSpPr/>
            <p:nvPr/>
          </p:nvSpPr>
          <p:spPr>
            <a:xfrm>
              <a:off x="-3626300" y="-1680825"/>
              <a:ext cx="184175" cy="158025"/>
            </a:xfrm>
            <a:custGeom>
              <a:avLst/>
              <a:gdLst/>
              <a:ahLst/>
              <a:cxnLst/>
              <a:rect l="l" t="t" r="r" b="b"/>
              <a:pathLst>
                <a:path w="7367" h="6321" extrusionOk="0">
                  <a:moveTo>
                    <a:pt x="4219" y="295"/>
                  </a:moveTo>
                  <a:cubicBezTo>
                    <a:pt x="5804" y="295"/>
                    <a:pt x="7087" y="1578"/>
                    <a:pt x="7087" y="3163"/>
                  </a:cubicBezTo>
                  <a:cubicBezTo>
                    <a:pt x="7087" y="4901"/>
                    <a:pt x="5670" y="6050"/>
                    <a:pt x="4190" y="6050"/>
                  </a:cubicBezTo>
                  <a:cubicBezTo>
                    <a:pt x="3484" y="6050"/>
                    <a:pt x="2764" y="5789"/>
                    <a:pt x="2177" y="5205"/>
                  </a:cubicBezTo>
                  <a:cubicBezTo>
                    <a:pt x="369" y="3386"/>
                    <a:pt x="1653" y="295"/>
                    <a:pt x="4219" y="295"/>
                  </a:cubicBezTo>
                  <a:close/>
                  <a:moveTo>
                    <a:pt x="4193" y="1"/>
                  </a:moveTo>
                  <a:cubicBezTo>
                    <a:pt x="3419" y="1"/>
                    <a:pt x="2630" y="289"/>
                    <a:pt x="1987" y="931"/>
                  </a:cubicBezTo>
                  <a:cubicBezTo>
                    <a:pt x="1" y="2928"/>
                    <a:pt x="1407" y="6321"/>
                    <a:pt x="4219" y="6321"/>
                  </a:cubicBezTo>
                  <a:cubicBezTo>
                    <a:pt x="5960" y="6321"/>
                    <a:pt x="7366" y="4904"/>
                    <a:pt x="7366" y="3163"/>
                  </a:cubicBezTo>
                  <a:cubicBezTo>
                    <a:pt x="7366" y="1260"/>
                    <a:pt x="5813" y="1"/>
                    <a:pt x="4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2"/>
            <p:cNvSpPr/>
            <p:nvPr/>
          </p:nvSpPr>
          <p:spPr>
            <a:xfrm>
              <a:off x="-3559050" y="-1636200"/>
              <a:ext cx="76175" cy="68900"/>
            </a:xfrm>
            <a:custGeom>
              <a:avLst/>
              <a:gdLst/>
              <a:ahLst/>
              <a:cxnLst/>
              <a:rect l="l" t="t" r="r" b="b"/>
              <a:pathLst>
                <a:path w="3047" h="2756" extrusionOk="0">
                  <a:moveTo>
                    <a:pt x="1516" y="0"/>
                  </a:moveTo>
                  <a:cubicBezTo>
                    <a:pt x="891" y="0"/>
                    <a:pt x="331" y="427"/>
                    <a:pt x="179" y="1065"/>
                  </a:cubicBezTo>
                  <a:cubicBezTo>
                    <a:pt x="0" y="1802"/>
                    <a:pt x="469" y="2550"/>
                    <a:pt x="1206" y="2717"/>
                  </a:cubicBezTo>
                  <a:cubicBezTo>
                    <a:pt x="1315" y="2743"/>
                    <a:pt x="1424" y="2756"/>
                    <a:pt x="1531" y="2756"/>
                  </a:cubicBezTo>
                  <a:cubicBezTo>
                    <a:pt x="2157" y="2756"/>
                    <a:pt x="2716" y="2329"/>
                    <a:pt x="2868" y="1690"/>
                  </a:cubicBezTo>
                  <a:cubicBezTo>
                    <a:pt x="3047" y="954"/>
                    <a:pt x="2578" y="206"/>
                    <a:pt x="1842" y="39"/>
                  </a:cubicBezTo>
                  <a:cubicBezTo>
                    <a:pt x="1732" y="13"/>
                    <a:pt x="1623" y="0"/>
                    <a:pt x="151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2"/>
            <p:cNvSpPr/>
            <p:nvPr/>
          </p:nvSpPr>
          <p:spPr>
            <a:xfrm>
              <a:off x="-3151175" y="-2605875"/>
              <a:ext cx="752125" cy="750250"/>
            </a:xfrm>
            <a:custGeom>
              <a:avLst/>
              <a:gdLst/>
              <a:ahLst/>
              <a:cxnLst/>
              <a:rect l="l" t="t" r="r" b="b"/>
              <a:pathLst>
                <a:path w="30085" h="30010" extrusionOk="0">
                  <a:moveTo>
                    <a:pt x="29888" y="0"/>
                  </a:moveTo>
                  <a:cubicBezTo>
                    <a:pt x="29858" y="0"/>
                    <a:pt x="29826" y="11"/>
                    <a:pt x="29796" y="35"/>
                  </a:cubicBezTo>
                  <a:lnTo>
                    <a:pt x="56" y="29764"/>
                  </a:lnTo>
                  <a:cubicBezTo>
                    <a:pt x="1" y="29820"/>
                    <a:pt x="1" y="29909"/>
                    <a:pt x="56" y="29965"/>
                  </a:cubicBezTo>
                  <a:cubicBezTo>
                    <a:pt x="79" y="29987"/>
                    <a:pt x="123" y="30010"/>
                    <a:pt x="157" y="30010"/>
                  </a:cubicBezTo>
                  <a:cubicBezTo>
                    <a:pt x="190" y="30010"/>
                    <a:pt x="235" y="29987"/>
                    <a:pt x="257" y="29965"/>
                  </a:cubicBezTo>
                  <a:lnTo>
                    <a:pt x="29997" y="236"/>
                  </a:lnTo>
                  <a:cubicBezTo>
                    <a:pt x="30084" y="132"/>
                    <a:pt x="29995" y="0"/>
                    <a:pt x="2988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2"/>
            <p:cNvSpPr/>
            <p:nvPr/>
          </p:nvSpPr>
          <p:spPr>
            <a:xfrm>
              <a:off x="-2704800" y="-2461050"/>
              <a:ext cx="155150" cy="155150"/>
            </a:xfrm>
            <a:custGeom>
              <a:avLst/>
              <a:gdLst/>
              <a:ahLst/>
              <a:cxnLst/>
              <a:rect l="l" t="t" r="r" b="b"/>
              <a:pathLst>
                <a:path w="6206" h="6206" extrusionOk="0">
                  <a:moveTo>
                    <a:pt x="6150" y="1"/>
                  </a:moveTo>
                  <a:lnTo>
                    <a:pt x="1" y="6150"/>
                  </a:lnTo>
                  <a:lnTo>
                    <a:pt x="1396" y="6205"/>
                  </a:lnTo>
                  <a:lnTo>
                    <a:pt x="6205" y="1396"/>
                  </a:lnTo>
                  <a:lnTo>
                    <a:pt x="61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2"/>
            <p:cNvSpPr/>
            <p:nvPr/>
          </p:nvSpPr>
          <p:spPr>
            <a:xfrm>
              <a:off x="-2435025" y="-2631025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1" y="1"/>
                  </a:moveTo>
                  <a:cubicBezTo>
                    <a:pt x="961" y="1"/>
                    <a:pt x="671" y="110"/>
                    <a:pt x="447" y="327"/>
                  </a:cubicBezTo>
                  <a:cubicBezTo>
                    <a:pt x="1" y="774"/>
                    <a:pt x="1" y="1499"/>
                    <a:pt x="447" y="1945"/>
                  </a:cubicBezTo>
                  <a:cubicBezTo>
                    <a:pt x="671" y="2163"/>
                    <a:pt x="961" y="2272"/>
                    <a:pt x="1251" y="2272"/>
                  </a:cubicBezTo>
                  <a:cubicBezTo>
                    <a:pt x="1541" y="2272"/>
                    <a:pt x="1831" y="2163"/>
                    <a:pt x="2054" y="1945"/>
                  </a:cubicBezTo>
                  <a:cubicBezTo>
                    <a:pt x="2501" y="1499"/>
                    <a:pt x="2501" y="774"/>
                    <a:pt x="2054" y="327"/>
                  </a:cubicBezTo>
                  <a:cubicBezTo>
                    <a:pt x="1831" y="110"/>
                    <a:pt x="1541" y="1"/>
                    <a:pt x="12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2"/>
            <p:cNvSpPr/>
            <p:nvPr/>
          </p:nvSpPr>
          <p:spPr>
            <a:xfrm>
              <a:off x="-3175450" y="-1887725"/>
              <a:ext cx="56675" cy="56925"/>
            </a:xfrm>
            <a:custGeom>
              <a:avLst/>
              <a:gdLst/>
              <a:ahLst/>
              <a:cxnLst/>
              <a:rect l="l" t="t" r="r" b="b"/>
              <a:pathLst>
                <a:path w="2267" h="2277" extrusionOk="0">
                  <a:moveTo>
                    <a:pt x="1139" y="0"/>
                  </a:moveTo>
                  <a:cubicBezTo>
                    <a:pt x="503" y="0"/>
                    <a:pt x="1" y="514"/>
                    <a:pt x="1" y="1139"/>
                  </a:cubicBezTo>
                  <a:cubicBezTo>
                    <a:pt x="1" y="1764"/>
                    <a:pt x="503" y="2277"/>
                    <a:pt x="1139" y="2277"/>
                  </a:cubicBezTo>
                  <a:cubicBezTo>
                    <a:pt x="1764" y="2277"/>
                    <a:pt x="2266" y="1764"/>
                    <a:pt x="2266" y="1139"/>
                  </a:cubicBezTo>
                  <a:cubicBezTo>
                    <a:pt x="2266" y="514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5" name="Google Shape;835;p22"/>
          <p:cNvGrpSpPr/>
          <p:nvPr/>
        </p:nvGrpSpPr>
        <p:grpSpPr>
          <a:xfrm flipH="1">
            <a:off x="2309235" y="-400369"/>
            <a:ext cx="1019565" cy="1290805"/>
            <a:chOff x="-4017975" y="-49702"/>
            <a:chExt cx="1162825" cy="1472177"/>
          </a:xfrm>
        </p:grpSpPr>
        <p:sp>
          <p:nvSpPr>
            <p:cNvPr id="836" name="Google Shape;836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Google Shape;838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Google Shape;839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22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22"/>
          <p:cNvGrpSpPr/>
          <p:nvPr/>
        </p:nvGrpSpPr>
        <p:grpSpPr>
          <a:xfrm>
            <a:off x="3698801" y="156500"/>
            <a:ext cx="873200" cy="618275"/>
            <a:chOff x="2240101" y="2000"/>
            <a:chExt cx="873200" cy="618275"/>
          </a:xfrm>
        </p:grpSpPr>
        <p:grpSp>
          <p:nvGrpSpPr>
            <p:cNvPr id="844" name="Google Shape;844;p22"/>
            <p:cNvGrpSpPr/>
            <p:nvPr/>
          </p:nvGrpSpPr>
          <p:grpSpPr>
            <a:xfrm flipH="1">
              <a:off x="2240101" y="2000"/>
              <a:ext cx="323925" cy="323650"/>
              <a:chOff x="1608625" y="299800"/>
              <a:chExt cx="323925" cy="323650"/>
            </a:xfrm>
          </p:grpSpPr>
          <p:sp>
            <p:nvSpPr>
              <p:cNvPr id="845" name="Google Shape;845;p22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22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22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48" name="Google Shape;848;p22"/>
            <p:cNvSpPr/>
            <p:nvPr/>
          </p:nvSpPr>
          <p:spPr>
            <a:xfrm flipH="1">
              <a:off x="2564026" y="73375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9" name="Google Shape;849;p22"/>
          <p:cNvGrpSpPr/>
          <p:nvPr/>
        </p:nvGrpSpPr>
        <p:grpSpPr>
          <a:xfrm flipH="1">
            <a:off x="4163242" y="3973306"/>
            <a:ext cx="1938846" cy="1720830"/>
            <a:chOff x="-4912150" y="-540150"/>
            <a:chExt cx="2211275" cy="1962625"/>
          </a:xfrm>
        </p:grpSpPr>
        <p:sp>
          <p:nvSpPr>
            <p:cNvPr id="850" name="Google Shape;850;p2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2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Google Shape;862;p2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2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2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2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22"/>
            <p:cNvSpPr/>
            <p:nvPr/>
          </p:nvSpPr>
          <p:spPr>
            <a:xfrm>
              <a:off x="-3248550" y="-540150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2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Google Shape;868;p2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9" name="Google Shape;869;p22"/>
          <p:cNvSpPr txBox="1"/>
          <p:nvPr/>
        </p:nvSpPr>
        <p:spPr>
          <a:xfrm>
            <a:off x="4980600" y="2573200"/>
            <a:ext cx="3380400" cy="8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CRÉDITS: Ce modèle de présentation a été créé par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comprenant des icônes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des infographies et des images de </a:t>
            </a:r>
            <a:r>
              <a:rPr lang="en" sz="1200" b="1">
                <a:solidFill>
                  <a:schemeClr val="lt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Freepik</a:t>
            </a:r>
            <a:endParaRPr sz="12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7_1"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2" name="Google Shape;872;p24"/>
          <p:cNvGrpSpPr/>
          <p:nvPr/>
        </p:nvGrpSpPr>
        <p:grpSpPr>
          <a:xfrm>
            <a:off x="8352588" y="816213"/>
            <a:ext cx="1040638" cy="901375"/>
            <a:chOff x="8457538" y="810363"/>
            <a:chExt cx="1040638" cy="901375"/>
          </a:xfrm>
        </p:grpSpPr>
        <p:grpSp>
          <p:nvGrpSpPr>
            <p:cNvPr id="873" name="Google Shape;873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74" name="Google Shape;874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6" name="Google Shape;876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77" name="Google Shape;877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0" name="Google Shape;880;p24"/>
          <p:cNvGrpSpPr/>
          <p:nvPr/>
        </p:nvGrpSpPr>
        <p:grpSpPr>
          <a:xfrm>
            <a:off x="4841575" y="4619788"/>
            <a:ext cx="1040638" cy="901375"/>
            <a:chOff x="8457538" y="810363"/>
            <a:chExt cx="1040638" cy="901375"/>
          </a:xfrm>
        </p:grpSpPr>
        <p:grpSp>
          <p:nvGrpSpPr>
            <p:cNvPr id="881" name="Google Shape;881;p24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882" name="Google Shape;882;p24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24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4" name="Google Shape;884;p24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885" name="Google Shape;885;p24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24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24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88" name="Google Shape;888;p24"/>
          <p:cNvGrpSpPr/>
          <p:nvPr/>
        </p:nvGrpSpPr>
        <p:grpSpPr>
          <a:xfrm>
            <a:off x="8352591" y="196800"/>
            <a:ext cx="713803" cy="706547"/>
            <a:chOff x="-4017975" y="616650"/>
            <a:chExt cx="814100" cy="805825"/>
          </a:xfrm>
        </p:grpSpPr>
        <p:sp>
          <p:nvSpPr>
            <p:cNvPr id="889" name="Google Shape;889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Google Shape;890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3" name="Google Shape;893;p24"/>
          <p:cNvGrpSpPr/>
          <p:nvPr/>
        </p:nvGrpSpPr>
        <p:grpSpPr>
          <a:xfrm rot="10800000">
            <a:off x="-728606" y="92693"/>
            <a:ext cx="1803578" cy="1592367"/>
            <a:chOff x="-4912150" y="-393637"/>
            <a:chExt cx="2057000" cy="1816112"/>
          </a:xfrm>
        </p:grpSpPr>
        <p:sp>
          <p:nvSpPr>
            <p:cNvPr id="894" name="Google Shape;894;p2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2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2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2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2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2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2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2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2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2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2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2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2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2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2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2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2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2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2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 Black"/>
              <a:buNone/>
              <a:defRPr sz="28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●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○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"/>
              <a:buChar char="■"/>
              <a:defRPr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4" r:id="rId4"/>
    <p:sldLayoutId id="2147483655" r:id="rId5"/>
    <p:sldLayoutId id="2147483657" r:id="rId6"/>
    <p:sldLayoutId id="2147483658" r:id="rId7"/>
    <p:sldLayoutId id="2147483659" r:id="rId8"/>
    <p:sldLayoutId id="2147483660" r:id="rId9"/>
    <p:sldLayoutId id="2147483663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8"/>
          <p:cNvSpPr txBox="1">
            <a:spLocks noGrp="1"/>
          </p:cNvSpPr>
          <p:nvPr>
            <p:ph type="ctrTitle"/>
          </p:nvPr>
        </p:nvSpPr>
        <p:spPr>
          <a:xfrm flipH="1">
            <a:off x="713910" y="1552880"/>
            <a:ext cx="7528755" cy="189699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/>
              <a:t>Soutenance sur l’intelligence artificielle</a:t>
            </a:r>
          </a:p>
        </p:txBody>
      </p:sp>
      <p:sp>
        <p:nvSpPr>
          <p:cNvPr id="924" name="Google Shape;924;p28"/>
          <p:cNvSpPr txBox="1">
            <a:spLocks noGrp="1"/>
          </p:cNvSpPr>
          <p:nvPr>
            <p:ph type="subTitle" idx="1"/>
          </p:nvPr>
        </p:nvSpPr>
        <p:spPr>
          <a:xfrm flipH="1">
            <a:off x="713910" y="3218582"/>
            <a:ext cx="6952800" cy="447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dirty="0"/>
              <a:t>Titre professionnel « Développeur en intelligence artificielle »</a:t>
            </a:r>
            <a:endParaRPr lang="en" sz="1800" dirty="0"/>
          </a:p>
        </p:txBody>
      </p:sp>
      <p:sp>
        <p:nvSpPr>
          <p:cNvPr id="925" name="Google Shape;925;p28"/>
          <p:cNvSpPr/>
          <p:nvPr/>
        </p:nvSpPr>
        <p:spPr>
          <a:xfrm flipH="1">
            <a:off x="-186582" y="5584563"/>
            <a:ext cx="29" cy="29"/>
          </a:xfrm>
          <a:custGeom>
            <a:avLst/>
            <a:gdLst/>
            <a:ahLst/>
            <a:cxnLst/>
            <a:rect l="l" t="t" r="r" b="b"/>
            <a:pathLst>
              <a:path w="1" h="1" fill="none" extrusionOk="0">
                <a:moveTo>
                  <a:pt x="1" y="1"/>
                </a:moveTo>
                <a:lnTo>
                  <a:pt x="1" y="1"/>
                </a:lnTo>
                <a:close/>
              </a:path>
            </a:pathLst>
          </a:custGeom>
          <a:solidFill>
            <a:schemeClr val="lt1"/>
          </a:solidFill>
          <a:ln w="56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2" name="Google Shape;952;p28"/>
          <p:cNvGrpSpPr/>
          <p:nvPr/>
        </p:nvGrpSpPr>
        <p:grpSpPr>
          <a:xfrm>
            <a:off x="948060" y="3973813"/>
            <a:ext cx="1040638" cy="901375"/>
            <a:chOff x="948060" y="3972813"/>
            <a:chExt cx="1040638" cy="901375"/>
          </a:xfrm>
        </p:grpSpPr>
        <p:grpSp>
          <p:nvGrpSpPr>
            <p:cNvPr id="953" name="Google Shape;953;p28"/>
            <p:cNvGrpSpPr/>
            <p:nvPr/>
          </p:nvGrpSpPr>
          <p:grpSpPr>
            <a:xfrm flipH="1">
              <a:off x="948060" y="3972813"/>
              <a:ext cx="716725" cy="901375"/>
              <a:chOff x="-3888525" y="-2483300"/>
              <a:chExt cx="716725" cy="901375"/>
            </a:xfrm>
          </p:grpSpPr>
          <p:sp>
            <p:nvSpPr>
              <p:cNvPr id="954" name="Google Shape;954;p28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28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6" name="Google Shape;956;p2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957" name="Google Shape;957;p2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2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2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60" name="Google Shape;960;p28"/>
          <p:cNvGrpSpPr/>
          <p:nvPr/>
        </p:nvGrpSpPr>
        <p:grpSpPr>
          <a:xfrm>
            <a:off x="844385" y="2929368"/>
            <a:ext cx="4208350" cy="192185"/>
            <a:chOff x="948060" y="2996029"/>
            <a:chExt cx="4208350" cy="192185"/>
          </a:xfrm>
        </p:grpSpPr>
        <p:sp>
          <p:nvSpPr>
            <p:cNvPr id="961" name="Google Shape;961;p28"/>
            <p:cNvSpPr/>
            <p:nvPr/>
          </p:nvSpPr>
          <p:spPr>
            <a:xfrm rot="-2700000" flipH="1">
              <a:off x="1692865" y="3024234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62" name="Google Shape;962;p28"/>
            <p:cNvCxnSpPr>
              <a:stCxn id="963" idx="6"/>
              <a:endCxn id="964" idx="2"/>
            </p:cNvCxnSpPr>
            <p:nvPr/>
          </p:nvCxnSpPr>
          <p:spPr>
            <a:xfrm rot="10800000">
              <a:off x="1005010" y="3091118"/>
              <a:ext cx="40944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63" name="Google Shape;963;p28"/>
            <p:cNvSpPr/>
            <p:nvPr/>
          </p:nvSpPr>
          <p:spPr>
            <a:xfrm flipH="1">
              <a:off x="5099410" y="306261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28"/>
            <p:cNvSpPr/>
            <p:nvPr/>
          </p:nvSpPr>
          <p:spPr>
            <a:xfrm flipH="1">
              <a:off x="948060" y="306264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924;p28">
            <a:extLst>
              <a:ext uri="{FF2B5EF4-FFF2-40B4-BE49-F238E27FC236}">
                <a16:creationId xmlns:a16="http://schemas.microsoft.com/office/drawing/2014/main" id="{1FC61E9C-ABB3-649E-42ED-F09B21FADAE0}"/>
              </a:ext>
            </a:extLst>
          </p:cNvPr>
          <p:cNvSpPr txBox="1">
            <a:spLocks/>
          </p:cNvSpPr>
          <p:nvPr/>
        </p:nvSpPr>
        <p:spPr>
          <a:xfrm flipH="1">
            <a:off x="7874847" y="4847800"/>
            <a:ext cx="6577632" cy="640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0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fr-FR" sz="1400" dirty="0"/>
              <a:t>Yohann FIN</a:t>
            </a:r>
            <a:endParaRPr lang="en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914945D3-DDED-0B55-ACDC-15C2762890DB}"/>
              </a:ext>
            </a:extLst>
          </p:cNvPr>
          <p:cNvSpPr txBox="1">
            <a:spLocks/>
          </p:cNvSpPr>
          <p:nvPr/>
        </p:nvSpPr>
        <p:spPr>
          <a:xfrm>
            <a:off x="1074273" y="1573482"/>
            <a:ext cx="6995454" cy="251883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Optimisation et Amélioration d’un modèle IA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Présentation du projet d’entreprise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Démonstration du </a:t>
            </a:r>
            <a:r>
              <a:rPr lang="fr-FR" sz="1600" dirty="0">
                <a:solidFill>
                  <a:schemeClr val="bg1"/>
                </a:solidFill>
                <a:latin typeface="Montserrat"/>
                <a:sym typeface="Montserrat"/>
              </a:rPr>
              <a:t>Tableau</a:t>
            </a:r>
            <a:r>
              <a:rPr lang="fr-FR" sz="1600" dirty="0">
                <a:solidFill>
                  <a:schemeClr val="bg1"/>
                </a:solidFill>
                <a:latin typeface="Montserrat"/>
              </a:rPr>
              <a:t> de Bord Agilor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Conclusion et Bilan de mon expérience</a:t>
            </a:r>
          </a:p>
          <a:p>
            <a:pPr marL="342900" lvl="1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31"/>
          <p:cNvSpPr txBox="1">
            <a:spLocks noGrp="1"/>
          </p:cNvSpPr>
          <p:nvPr>
            <p:ph type="subTitle" idx="5"/>
          </p:nvPr>
        </p:nvSpPr>
        <p:spPr>
          <a:xfrm>
            <a:off x="6046311" y="2898283"/>
            <a:ext cx="23456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Une utilisation concrète et une réponse à la problématique</a:t>
            </a:r>
          </a:p>
        </p:txBody>
      </p:sp>
      <p:sp>
        <p:nvSpPr>
          <p:cNvPr id="1038" name="Google Shape;1038;p31"/>
          <p:cNvSpPr txBox="1">
            <a:spLocks noGrp="1"/>
          </p:cNvSpPr>
          <p:nvPr>
            <p:ph type="subTitle" idx="6"/>
          </p:nvPr>
        </p:nvSpPr>
        <p:spPr>
          <a:xfrm>
            <a:off x="60499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Résultat</a:t>
            </a:r>
            <a:endParaRPr sz="1800" dirty="0"/>
          </a:p>
        </p:txBody>
      </p:sp>
      <p:sp>
        <p:nvSpPr>
          <p:cNvPr id="1039" name="Google Shape;1039;p31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Présentation du E2</a:t>
            </a:r>
          </a:p>
        </p:txBody>
      </p:sp>
      <p:sp>
        <p:nvSpPr>
          <p:cNvPr id="1040" name="Google Shape;1040;p31"/>
          <p:cNvSpPr txBox="1">
            <a:spLocks noGrp="1"/>
          </p:cNvSpPr>
          <p:nvPr>
            <p:ph type="subTitle" idx="1"/>
          </p:nvPr>
        </p:nvSpPr>
        <p:spPr>
          <a:xfrm>
            <a:off x="752089" y="2874631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Comprendre les enjeux du Dataset et améliorer le travail déjà existant</a:t>
            </a:r>
            <a:endParaRPr sz="1400" dirty="0"/>
          </a:p>
        </p:txBody>
      </p:sp>
      <p:sp>
        <p:nvSpPr>
          <p:cNvPr id="1041" name="Google Shape;1041;p31"/>
          <p:cNvSpPr txBox="1">
            <a:spLocks noGrp="1"/>
          </p:cNvSpPr>
          <p:nvPr>
            <p:ph type="subTitle" idx="2"/>
          </p:nvPr>
        </p:nvSpPr>
        <p:spPr>
          <a:xfrm>
            <a:off x="78285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Amélioration</a:t>
            </a:r>
            <a:endParaRPr sz="1800" dirty="0"/>
          </a:p>
        </p:txBody>
      </p:sp>
      <p:grpSp>
        <p:nvGrpSpPr>
          <p:cNvPr id="1042" name="Google Shape;1042;p31"/>
          <p:cNvGrpSpPr/>
          <p:nvPr/>
        </p:nvGrpSpPr>
        <p:grpSpPr>
          <a:xfrm>
            <a:off x="1611150" y="1078488"/>
            <a:ext cx="5921700" cy="135774"/>
            <a:chOff x="902597" y="1097509"/>
            <a:chExt cx="5921700" cy="135774"/>
          </a:xfrm>
        </p:grpSpPr>
        <p:grpSp>
          <p:nvGrpSpPr>
            <p:cNvPr id="1043" name="Google Shape;1043;p31"/>
            <p:cNvGrpSpPr/>
            <p:nvPr/>
          </p:nvGrpSpPr>
          <p:grpSpPr>
            <a:xfrm>
              <a:off x="902597" y="1097509"/>
              <a:ext cx="5864700" cy="135774"/>
              <a:chOff x="2335097" y="1097509"/>
              <a:chExt cx="5864700" cy="135774"/>
            </a:xfrm>
          </p:grpSpPr>
          <p:sp>
            <p:nvSpPr>
              <p:cNvPr id="1044" name="Google Shape;1044;p31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45" name="Google Shape;1045;p31"/>
              <p:cNvCxnSpPr>
                <a:cxnSpLocks/>
                <a:stCxn id="1046" idx="6"/>
                <a:endCxn id="1047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47" name="Google Shape;1047;p31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46" name="Google Shape;1046;p31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48" name="Google Shape;1048;p31"/>
          <p:cNvSpPr/>
          <p:nvPr/>
        </p:nvSpPr>
        <p:spPr>
          <a:xfrm>
            <a:off x="888314" y="2045798"/>
            <a:ext cx="357688" cy="357339"/>
          </a:xfrm>
          <a:custGeom>
            <a:avLst/>
            <a:gdLst/>
            <a:ahLst/>
            <a:cxnLst/>
            <a:rect l="l" t="t" r="r" b="b"/>
            <a:pathLst>
              <a:path w="11264" h="11253" extrusionOk="0">
                <a:moveTo>
                  <a:pt x="9847" y="548"/>
                </a:moveTo>
                <a:lnTo>
                  <a:pt x="9847" y="1203"/>
                </a:lnTo>
                <a:cubicBezTo>
                  <a:pt x="9847" y="1299"/>
                  <a:pt x="9930" y="1370"/>
                  <a:pt x="10014" y="1370"/>
                </a:cubicBezTo>
                <a:lnTo>
                  <a:pt x="10669" y="1370"/>
                </a:lnTo>
                <a:lnTo>
                  <a:pt x="9252" y="2811"/>
                </a:lnTo>
                <a:lnTo>
                  <a:pt x="8656" y="2811"/>
                </a:lnTo>
                <a:lnTo>
                  <a:pt x="9609" y="1858"/>
                </a:lnTo>
                <a:cubicBezTo>
                  <a:pt x="9668" y="1799"/>
                  <a:pt x="9668" y="1703"/>
                  <a:pt x="9609" y="1620"/>
                </a:cubicBezTo>
                <a:cubicBezTo>
                  <a:pt x="9579" y="1590"/>
                  <a:pt x="9537" y="1575"/>
                  <a:pt x="9494" y="1575"/>
                </a:cubicBezTo>
                <a:cubicBezTo>
                  <a:pt x="9451" y="1575"/>
                  <a:pt x="9406" y="1590"/>
                  <a:pt x="9371" y="1620"/>
                </a:cubicBezTo>
                <a:lnTo>
                  <a:pt x="8418" y="2572"/>
                </a:lnTo>
                <a:lnTo>
                  <a:pt x="8418" y="1977"/>
                </a:lnTo>
                <a:lnTo>
                  <a:pt x="9847" y="548"/>
                </a:lnTo>
                <a:close/>
                <a:moveTo>
                  <a:pt x="4549" y="2442"/>
                </a:moveTo>
                <a:cubicBezTo>
                  <a:pt x="5668" y="2442"/>
                  <a:pt x="6680" y="2870"/>
                  <a:pt x="7430" y="3573"/>
                </a:cubicBezTo>
                <a:lnTo>
                  <a:pt x="4430" y="6561"/>
                </a:lnTo>
                <a:cubicBezTo>
                  <a:pt x="4370" y="6621"/>
                  <a:pt x="4370" y="6728"/>
                  <a:pt x="4430" y="6799"/>
                </a:cubicBezTo>
                <a:cubicBezTo>
                  <a:pt x="4465" y="6835"/>
                  <a:pt x="4513" y="6847"/>
                  <a:pt x="4549" y="6847"/>
                </a:cubicBezTo>
                <a:cubicBezTo>
                  <a:pt x="4596" y="6847"/>
                  <a:pt x="4644" y="6835"/>
                  <a:pt x="4668" y="6799"/>
                </a:cubicBezTo>
                <a:lnTo>
                  <a:pt x="5418" y="6061"/>
                </a:lnTo>
                <a:cubicBezTo>
                  <a:pt x="5549" y="6240"/>
                  <a:pt x="5620" y="6466"/>
                  <a:pt x="5620" y="6680"/>
                </a:cubicBezTo>
                <a:cubicBezTo>
                  <a:pt x="5620" y="7275"/>
                  <a:pt x="5144" y="7752"/>
                  <a:pt x="4549" y="7752"/>
                </a:cubicBezTo>
                <a:cubicBezTo>
                  <a:pt x="3953" y="7752"/>
                  <a:pt x="3477" y="7275"/>
                  <a:pt x="3477" y="6680"/>
                </a:cubicBezTo>
                <a:cubicBezTo>
                  <a:pt x="3477" y="6085"/>
                  <a:pt x="3953" y="5609"/>
                  <a:pt x="4549" y="5609"/>
                </a:cubicBezTo>
                <a:cubicBezTo>
                  <a:pt x="4608" y="5609"/>
                  <a:pt x="4680" y="5609"/>
                  <a:pt x="4739" y="5632"/>
                </a:cubicBezTo>
                <a:cubicBezTo>
                  <a:pt x="4747" y="5633"/>
                  <a:pt x="4755" y="5634"/>
                  <a:pt x="4763" y="5634"/>
                </a:cubicBezTo>
                <a:cubicBezTo>
                  <a:pt x="4848" y="5634"/>
                  <a:pt x="4920" y="5577"/>
                  <a:pt x="4942" y="5490"/>
                </a:cubicBezTo>
                <a:cubicBezTo>
                  <a:pt x="4954" y="5406"/>
                  <a:pt x="4894" y="5311"/>
                  <a:pt x="4799" y="5299"/>
                </a:cubicBezTo>
                <a:cubicBezTo>
                  <a:pt x="4715" y="5287"/>
                  <a:pt x="4620" y="5275"/>
                  <a:pt x="4549" y="5275"/>
                </a:cubicBezTo>
                <a:cubicBezTo>
                  <a:pt x="3775" y="5275"/>
                  <a:pt x="3156" y="5894"/>
                  <a:pt x="3156" y="6668"/>
                </a:cubicBezTo>
                <a:cubicBezTo>
                  <a:pt x="3156" y="7442"/>
                  <a:pt x="3775" y="8073"/>
                  <a:pt x="4549" y="8073"/>
                </a:cubicBezTo>
                <a:cubicBezTo>
                  <a:pt x="5323" y="8073"/>
                  <a:pt x="5954" y="7442"/>
                  <a:pt x="5954" y="6668"/>
                </a:cubicBezTo>
                <a:cubicBezTo>
                  <a:pt x="5954" y="6359"/>
                  <a:pt x="5847" y="6049"/>
                  <a:pt x="5656" y="5811"/>
                </a:cubicBezTo>
                <a:lnTo>
                  <a:pt x="6168" y="5287"/>
                </a:lnTo>
                <a:cubicBezTo>
                  <a:pt x="6501" y="5668"/>
                  <a:pt x="6680" y="6168"/>
                  <a:pt x="6680" y="6668"/>
                </a:cubicBezTo>
                <a:cubicBezTo>
                  <a:pt x="6680" y="7847"/>
                  <a:pt x="5727" y="8799"/>
                  <a:pt x="4549" y="8799"/>
                </a:cubicBezTo>
                <a:cubicBezTo>
                  <a:pt x="3370" y="8799"/>
                  <a:pt x="2418" y="7847"/>
                  <a:pt x="2418" y="6668"/>
                </a:cubicBezTo>
                <a:cubicBezTo>
                  <a:pt x="2418" y="5490"/>
                  <a:pt x="3370" y="4537"/>
                  <a:pt x="4549" y="4537"/>
                </a:cubicBezTo>
                <a:cubicBezTo>
                  <a:pt x="4906" y="4537"/>
                  <a:pt x="5251" y="4632"/>
                  <a:pt x="5561" y="4799"/>
                </a:cubicBezTo>
                <a:cubicBezTo>
                  <a:pt x="5583" y="4810"/>
                  <a:pt x="5608" y="4815"/>
                  <a:pt x="5635" y="4815"/>
                </a:cubicBezTo>
                <a:cubicBezTo>
                  <a:pt x="5693" y="4815"/>
                  <a:pt x="5754" y="4789"/>
                  <a:pt x="5787" y="4739"/>
                </a:cubicBezTo>
                <a:cubicBezTo>
                  <a:pt x="5835" y="4656"/>
                  <a:pt x="5799" y="4561"/>
                  <a:pt x="5727" y="4513"/>
                </a:cubicBezTo>
                <a:cubicBezTo>
                  <a:pt x="5370" y="4323"/>
                  <a:pt x="4965" y="4216"/>
                  <a:pt x="4561" y="4216"/>
                </a:cubicBezTo>
                <a:cubicBezTo>
                  <a:pt x="3215" y="4216"/>
                  <a:pt x="2108" y="5311"/>
                  <a:pt x="2108" y="6668"/>
                </a:cubicBezTo>
                <a:cubicBezTo>
                  <a:pt x="2108" y="8026"/>
                  <a:pt x="3215" y="9121"/>
                  <a:pt x="4561" y="9121"/>
                </a:cubicBezTo>
                <a:cubicBezTo>
                  <a:pt x="5918" y="9121"/>
                  <a:pt x="7025" y="8026"/>
                  <a:pt x="7025" y="6668"/>
                </a:cubicBezTo>
                <a:cubicBezTo>
                  <a:pt x="7025" y="6073"/>
                  <a:pt x="6811" y="5490"/>
                  <a:pt x="6406" y="5049"/>
                </a:cubicBezTo>
                <a:lnTo>
                  <a:pt x="6930" y="4525"/>
                </a:lnTo>
                <a:cubicBezTo>
                  <a:pt x="7466" y="5109"/>
                  <a:pt x="7752" y="5871"/>
                  <a:pt x="7752" y="6656"/>
                </a:cubicBezTo>
                <a:cubicBezTo>
                  <a:pt x="7752" y="8407"/>
                  <a:pt x="6323" y="9835"/>
                  <a:pt x="4561" y="9835"/>
                </a:cubicBezTo>
                <a:cubicBezTo>
                  <a:pt x="2810" y="9835"/>
                  <a:pt x="1382" y="8407"/>
                  <a:pt x="1382" y="6656"/>
                </a:cubicBezTo>
                <a:cubicBezTo>
                  <a:pt x="1382" y="4894"/>
                  <a:pt x="2810" y="3465"/>
                  <a:pt x="4561" y="3465"/>
                </a:cubicBezTo>
                <a:cubicBezTo>
                  <a:pt x="5180" y="3465"/>
                  <a:pt x="5775" y="3644"/>
                  <a:pt x="6275" y="3977"/>
                </a:cubicBezTo>
                <a:cubicBezTo>
                  <a:pt x="6300" y="3994"/>
                  <a:pt x="6330" y="4002"/>
                  <a:pt x="6360" y="4002"/>
                </a:cubicBezTo>
                <a:cubicBezTo>
                  <a:pt x="6415" y="4002"/>
                  <a:pt x="6471" y="3976"/>
                  <a:pt x="6501" y="3930"/>
                </a:cubicBezTo>
                <a:cubicBezTo>
                  <a:pt x="6549" y="3858"/>
                  <a:pt x="6525" y="3751"/>
                  <a:pt x="6454" y="3704"/>
                </a:cubicBezTo>
                <a:cubicBezTo>
                  <a:pt x="5894" y="3346"/>
                  <a:pt x="5239" y="3156"/>
                  <a:pt x="4561" y="3156"/>
                </a:cubicBezTo>
                <a:cubicBezTo>
                  <a:pt x="2632" y="3156"/>
                  <a:pt x="1048" y="4739"/>
                  <a:pt x="1048" y="6668"/>
                </a:cubicBezTo>
                <a:cubicBezTo>
                  <a:pt x="1048" y="8609"/>
                  <a:pt x="2632" y="10181"/>
                  <a:pt x="4561" y="10181"/>
                </a:cubicBezTo>
                <a:cubicBezTo>
                  <a:pt x="6501" y="10181"/>
                  <a:pt x="8073" y="8609"/>
                  <a:pt x="8073" y="6668"/>
                </a:cubicBezTo>
                <a:cubicBezTo>
                  <a:pt x="8073" y="5787"/>
                  <a:pt x="7752" y="4954"/>
                  <a:pt x="7156" y="4299"/>
                </a:cubicBezTo>
                <a:lnTo>
                  <a:pt x="7680" y="3787"/>
                </a:lnTo>
                <a:cubicBezTo>
                  <a:pt x="8383" y="4561"/>
                  <a:pt x="8799" y="5573"/>
                  <a:pt x="8799" y="6680"/>
                </a:cubicBezTo>
                <a:cubicBezTo>
                  <a:pt x="8799" y="9026"/>
                  <a:pt x="6894" y="10931"/>
                  <a:pt x="4549" y="10931"/>
                </a:cubicBezTo>
                <a:cubicBezTo>
                  <a:pt x="2215" y="10931"/>
                  <a:pt x="310" y="9026"/>
                  <a:pt x="310" y="6680"/>
                </a:cubicBezTo>
                <a:cubicBezTo>
                  <a:pt x="310" y="4347"/>
                  <a:pt x="2215" y="2442"/>
                  <a:pt x="4549" y="2442"/>
                </a:cubicBezTo>
                <a:close/>
                <a:moveTo>
                  <a:pt x="10023" y="1"/>
                </a:moveTo>
                <a:cubicBezTo>
                  <a:pt x="9981" y="1"/>
                  <a:pt x="9938" y="17"/>
                  <a:pt x="9907" y="48"/>
                </a:cubicBezTo>
                <a:lnTo>
                  <a:pt x="8156" y="1799"/>
                </a:lnTo>
                <a:cubicBezTo>
                  <a:pt x="8121" y="1834"/>
                  <a:pt x="8109" y="1882"/>
                  <a:pt x="8109" y="1918"/>
                </a:cubicBezTo>
                <a:lnTo>
                  <a:pt x="8109" y="2906"/>
                </a:lnTo>
                <a:lnTo>
                  <a:pt x="7680" y="3334"/>
                </a:lnTo>
                <a:cubicBezTo>
                  <a:pt x="6859" y="2572"/>
                  <a:pt x="5775" y="2120"/>
                  <a:pt x="4573" y="2120"/>
                </a:cubicBezTo>
                <a:cubicBezTo>
                  <a:pt x="2048" y="2120"/>
                  <a:pt x="1" y="4168"/>
                  <a:pt x="1" y="6680"/>
                </a:cubicBezTo>
                <a:cubicBezTo>
                  <a:pt x="1" y="9204"/>
                  <a:pt x="2048" y="11252"/>
                  <a:pt x="4573" y="11252"/>
                </a:cubicBezTo>
                <a:cubicBezTo>
                  <a:pt x="7085" y="11252"/>
                  <a:pt x="9133" y="9204"/>
                  <a:pt x="9133" y="6680"/>
                </a:cubicBezTo>
                <a:cubicBezTo>
                  <a:pt x="9133" y="5478"/>
                  <a:pt x="8680" y="4394"/>
                  <a:pt x="7918" y="3573"/>
                </a:cubicBezTo>
                <a:lnTo>
                  <a:pt x="8347" y="3144"/>
                </a:lnTo>
                <a:lnTo>
                  <a:pt x="9335" y="3144"/>
                </a:lnTo>
                <a:cubicBezTo>
                  <a:pt x="9371" y="3144"/>
                  <a:pt x="9418" y="3132"/>
                  <a:pt x="9454" y="3096"/>
                </a:cubicBezTo>
                <a:lnTo>
                  <a:pt x="11204" y="1346"/>
                </a:lnTo>
                <a:cubicBezTo>
                  <a:pt x="11252" y="1287"/>
                  <a:pt x="11264" y="1227"/>
                  <a:pt x="11240" y="1168"/>
                </a:cubicBezTo>
                <a:cubicBezTo>
                  <a:pt x="11204" y="1108"/>
                  <a:pt x="11145" y="1060"/>
                  <a:pt x="11085" y="1060"/>
                </a:cubicBezTo>
                <a:lnTo>
                  <a:pt x="10192" y="1060"/>
                </a:lnTo>
                <a:lnTo>
                  <a:pt x="10192" y="167"/>
                </a:lnTo>
                <a:cubicBezTo>
                  <a:pt x="10192" y="108"/>
                  <a:pt x="10145" y="36"/>
                  <a:pt x="10085" y="13"/>
                </a:cubicBezTo>
                <a:cubicBezTo>
                  <a:pt x="10065" y="5"/>
                  <a:pt x="10044" y="1"/>
                  <a:pt x="1002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31"/>
          <p:cNvSpPr txBox="1">
            <a:spLocks noGrp="1"/>
          </p:cNvSpPr>
          <p:nvPr>
            <p:ph type="subTitle" idx="3"/>
          </p:nvPr>
        </p:nvSpPr>
        <p:spPr>
          <a:xfrm>
            <a:off x="3401019" y="2892718"/>
            <a:ext cx="2311200" cy="766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400" dirty="0"/>
              <a:t>Construction d’un modèle adapté et d’une interface</a:t>
            </a:r>
            <a:endParaRPr sz="1400" dirty="0"/>
          </a:p>
        </p:txBody>
      </p:sp>
      <p:sp>
        <p:nvSpPr>
          <p:cNvPr id="1055" name="Google Shape;1055;p31"/>
          <p:cNvSpPr txBox="1">
            <a:spLocks noGrp="1"/>
          </p:cNvSpPr>
          <p:nvPr>
            <p:ph type="subTitle" idx="4"/>
          </p:nvPr>
        </p:nvSpPr>
        <p:spPr>
          <a:xfrm>
            <a:off x="3416400" y="2538925"/>
            <a:ext cx="23112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Réalisation</a:t>
            </a:r>
            <a:endParaRPr sz="1800" dirty="0"/>
          </a:p>
        </p:txBody>
      </p:sp>
      <p:grpSp>
        <p:nvGrpSpPr>
          <p:cNvPr id="1056" name="Google Shape;1056;p31"/>
          <p:cNvGrpSpPr/>
          <p:nvPr/>
        </p:nvGrpSpPr>
        <p:grpSpPr>
          <a:xfrm>
            <a:off x="6541944" y="4287300"/>
            <a:ext cx="713803" cy="706547"/>
            <a:chOff x="-4017975" y="616650"/>
            <a:chExt cx="814100" cy="805825"/>
          </a:xfrm>
        </p:grpSpPr>
        <p:sp>
          <p:nvSpPr>
            <p:cNvPr id="1057" name="Google Shape;1057;p31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1" name="Google Shape;1061;p31"/>
          <p:cNvGrpSpPr/>
          <p:nvPr/>
        </p:nvGrpSpPr>
        <p:grpSpPr>
          <a:xfrm>
            <a:off x="7462488" y="3721438"/>
            <a:ext cx="1040638" cy="901375"/>
            <a:chOff x="8457538" y="810363"/>
            <a:chExt cx="1040638" cy="901375"/>
          </a:xfrm>
        </p:grpSpPr>
        <p:grpSp>
          <p:nvGrpSpPr>
            <p:cNvPr id="1062" name="Google Shape;1062;p31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063" name="Google Shape;1063;p31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31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65" name="Google Shape;1065;p31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066" name="Google Shape;1066;p31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31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31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568;p64">
            <a:extLst>
              <a:ext uri="{FF2B5EF4-FFF2-40B4-BE49-F238E27FC236}">
                <a16:creationId xmlns:a16="http://schemas.microsoft.com/office/drawing/2014/main" id="{36E45130-43B1-43CD-C02C-184D193CADA6}"/>
              </a:ext>
            </a:extLst>
          </p:cNvPr>
          <p:cNvGrpSpPr/>
          <p:nvPr/>
        </p:nvGrpSpPr>
        <p:grpSpPr>
          <a:xfrm>
            <a:off x="6133034" y="2053203"/>
            <a:ext cx="332375" cy="350071"/>
            <a:chOff x="870939" y="1975821"/>
            <a:chExt cx="332375" cy="350071"/>
          </a:xfrm>
        </p:grpSpPr>
        <p:sp>
          <p:nvSpPr>
            <p:cNvPr id="3" name="Google Shape;10569;p64">
              <a:extLst>
                <a:ext uri="{FF2B5EF4-FFF2-40B4-BE49-F238E27FC236}">
                  <a16:creationId xmlns:a16="http://schemas.microsoft.com/office/drawing/2014/main" id="{BEB4E459-A673-2533-FB19-50F0EFAF167F}"/>
                </a:ext>
              </a:extLst>
            </p:cNvPr>
            <p:cNvSpPr/>
            <p:nvPr/>
          </p:nvSpPr>
          <p:spPr>
            <a:xfrm>
              <a:off x="870939" y="1975821"/>
              <a:ext cx="332375" cy="350071"/>
            </a:xfrm>
            <a:custGeom>
              <a:avLst/>
              <a:gdLst/>
              <a:ahLst/>
              <a:cxnLst/>
              <a:rect l="l" t="t" r="r" b="b"/>
              <a:pathLst>
                <a:path w="10443" h="10999" extrusionOk="0">
                  <a:moveTo>
                    <a:pt x="8049" y="334"/>
                  </a:moveTo>
                  <a:lnTo>
                    <a:pt x="5728" y="3573"/>
                  </a:lnTo>
                  <a:lnTo>
                    <a:pt x="5406" y="3120"/>
                  </a:lnTo>
                  <a:lnTo>
                    <a:pt x="7395" y="334"/>
                  </a:lnTo>
                  <a:close/>
                  <a:moveTo>
                    <a:pt x="9109" y="334"/>
                  </a:moveTo>
                  <a:lnTo>
                    <a:pt x="6263" y="4311"/>
                  </a:lnTo>
                  <a:lnTo>
                    <a:pt x="5942" y="3847"/>
                  </a:lnTo>
                  <a:lnTo>
                    <a:pt x="8454" y="334"/>
                  </a:lnTo>
                  <a:close/>
                  <a:moveTo>
                    <a:pt x="3025" y="334"/>
                  </a:moveTo>
                  <a:lnTo>
                    <a:pt x="6025" y="4525"/>
                  </a:lnTo>
                  <a:cubicBezTo>
                    <a:pt x="5998" y="4533"/>
                    <a:pt x="5970" y="4537"/>
                    <a:pt x="5942" y="4537"/>
                  </a:cubicBezTo>
                  <a:cubicBezTo>
                    <a:pt x="5849" y="4537"/>
                    <a:pt x="5759" y="4494"/>
                    <a:pt x="5704" y="4430"/>
                  </a:cubicBezTo>
                  <a:cubicBezTo>
                    <a:pt x="5561" y="4287"/>
                    <a:pt x="5382" y="4228"/>
                    <a:pt x="5228" y="4228"/>
                  </a:cubicBezTo>
                  <a:lnTo>
                    <a:pt x="2430" y="334"/>
                  </a:lnTo>
                  <a:close/>
                  <a:moveTo>
                    <a:pt x="2025" y="334"/>
                  </a:moveTo>
                  <a:lnTo>
                    <a:pt x="4882" y="4323"/>
                  </a:lnTo>
                  <a:cubicBezTo>
                    <a:pt x="4823" y="4347"/>
                    <a:pt x="4775" y="4394"/>
                    <a:pt x="4728" y="4442"/>
                  </a:cubicBezTo>
                  <a:cubicBezTo>
                    <a:pt x="4667" y="4503"/>
                    <a:pt x="4569" y="4544"/>
                    <a:pt x="4474" y="4544"/>
                  </a:cubicBezTo>
                  <a:cubicBezTo>
                    <a:pt x="4438" y="4544"/>
                    <a:pt x="4403" y="4538"/>
                    <a:pt x="4370" y="4525"/>
                  </a:cubicBezTo>
                  <a:lnTo>
                    <a:pt x="1370" y="334"/>
                  </a:lnTo>
                  <a:close/>
                  <a:moveTo>
                    <a:pt x="965" y="334"/>
                  </a:moveTo>
                  <a:lnTo>
                    <a:pt x="3942" y="4490"/>
                  </a:lnTo>
                  <a:cubicBezTo>
                    <a:pt x="3775" y="4525"/>
                    <a:pt x="3632" y="4621"/>
                    <a:pt x="3525" y="4763"/>
                  </a:cubicBezTo>
                  <a:lnTo>
                    <a:pt x="358" y="334"/>
                  </a:lnTo>
                  <a:close/>
                  <a:moveTo>
                    <a:pt x="10062" y="334"/>
                  </a:moveTo>
                  <a:lnTo>
                    <a:pt x="6894" y="4763"/>
                  </a:lnTo>
                  <a:cubicBezTo>
                    <a:pt x="6799" y="4632"/>
                    <a:pt x="6668" y="4549"/>
                    <a:pt x="6513" y="4501"/>
                  </a:cubicBezTo>
                  <a:lnTo>
                    <a:pt x="9514" y="334"/>
                  </a:lnTo>
                  <a:close/>
                  <a:moveTo>
                    <a:pt x="5192" y="4582"/>
                  </a:moveTo>
                  <a:cubicBezTo>
                    <a:pt x="5284" y="4582"/>
                    <a:pt x="5376" y="4615"/>
                    <a:pt x="5442" y="4680"/>
                  </a:cubicBezTo>
                  <a:cubicBezTo>
                    <a:pt x="5577" y="4807"/>
                    <a:pt x="5744" y="4876"/>
                    <a:pt x="5917" y="4876"/>
                  </a:cubicBezTo>
                  <a:cubicBezTo>
                    <a:pt x="6004" y="4876"/>
                    <a:pt x="6093" y="4859"/>
                    <a:pt x="6180" y="4823"/>
                  </a:cubicBezTo>
                  <a:cubicBezTo>
                    <a:pt x="6216" y="4808"/>
                    <a:pt x="6254" y="4801"/>
                    <a:pt x="6293" y="4801"/>
                  </a:cubicBezTo>
                  <a:cubicBezTo>
                    <a:pt x="6436" y="4801"/>
                    <a:pt x="6586" y="4897"/>
                    <a:pt x="6633" y="5037"/>
                  </a:cubicBezTo>
                  <a:cubicBezTo>
                    <a:pt x="6633" y="5049"/>
                    <a:pt x="6644" y="5061"/>
                    <a:pt x="6644" y="5061"/>
                  </a:cubicBezTo>
                  <a:cubicBezTo>
                    <a:pt x="6728" y="5263"/>
                    <a:pt x="6859" y="5335"/>
                    <a:pt x="6859" y="5335"/>
                  </a:cubicBezTo>
                  <a:cubicBezTo>
                    <a:pt x="6990" y="5406"/>
                    <a:pt x="7133" y="5454"/>
                    <a:pt x="7264" y="5466"/>
                  </a:cubicBezTo>
                  <a:cubicBezTo>
                    <a:pt x="7454" y="5478"/>
                    <a:pt x="7621" y="5644"/>
                    <a:pt x="7609" y="5859"/>
                  </a:cubicBezTo>
                  <a:cubicBezTo>
                    <a:pt x="7585" y="6121"/>
                    <a:pt x="7740" y="6371"/>
                    <a:pt x="7978" y="6490"/>
                  </a:cubicBezTo>
                  <a:cubicBezTo>
                    <a:pt x="8157" y="6585"/>
                    <a:pt x="8228" y="6811"/>
                    <a:pt x="8145" y="6990"/>
                  </a:cubicBezTo>
                  <a:cubicBezTo>
                    <a:pt x="8026" y="7228"/>
                    <a:pt x="8049" y="7526"/>
                    <a:pt x="8216" y="7728"/>
                  </a:cubicBezTo>
                  <a:cubicBezTo>
                    <a:pt x="8335" y="7883"/>
                    <a:pt x="8323" y="8121"/>
                    <a:pt x="8157" y="8240"/>
                  </a:cubicBezTo>
                  <a:cubicBezTo>
                    <a:pt x="7942" y="8395"/>
                    <a:pt x="7859" y="8681"/>
                    <a:pt x="7930" y="8931"/>
                  </a:cubicBezTo>
                  <a:cubicBezTo>
                    <a:pt x="7978" y="9133"/>
                    <a:pt x="7871" y="9323"/>
                    <a:pt x="7680" y="9383"/>
                  </a:cubicBezTo>
                  <a:cubicBezTo>
                    <a:pt x="7430" y="9454"/>
                    <a:pt x="7228" y="9669"/>
                    <a:pt x="7192" y="9931"/>
                  </a:cubicBezTo>
                  <a:cubicBezTo>
                    <a:pt x="7160" y="10101"/>
                    <a:pt x="7004" y="10234"/>
                    <a:pt x="6835" y="10234"/>
                  </a:cubicBezTo>
                  <a:cubicBezTo>
                    <a:pt x="6815" y="10234"/>
                    <a:pt x="6795" y="10232"/>
                    <a:pt x="6775" y="10228"/>
                  </a:cubicBezTo>
                  <a:cubicBezTo>
                    <a:pt x="6735" y="10221"/>
                    <a:pt x="6695" y="10218"/>
                    <a:pt x="6656" y="10218"/>
                  </a:cubicBezTo>
                  <a:cubicBezTo>
                    <a:pt x="6427" y="10218"/>
                    <a:pt x="6217" y="10333"/>
                    <a:pt x="6085" y="10526"/>
                  </a:cubicBezTo>
                  <a:cubicBezTo>
                    <a:pt x="6016" y="10633"/>
                    <a:pt x="5904" y="10690"/>
                    <a:pt x="5786" y="10690"/>
                  </a:cubicBezTo>
                  <a:cubicBezTo>
                    <a:pt x="5718" y="10690"/>
                    <a:pt x="5649" y="10672"/>
                    <a:pt x="5585" y="10633"/>
                  </a:cubicBezTo>
                  <a:cubicBezTo>
                    <a:pt x="5454" y="10562"/>
                    <a:pt x="5347" y="10526"/>
                    <a:pt x="5204" y="10526"/>
                  </a:cubicBezTo>
                  <a:cubicBezTo>
                    <a:pt x="5073" y="10526"/>
                    <a:pt x="4954" y="10562"/>
                    <a:pt x="4835" y="10633"/>
                  </a:cubicBezTo>
                  <a:cubicBezTo>
                    <a:pt x="4774" y="10672"/>
                    <a:pt x="4708" y="10690"/>
                    <a:pt x="4642" y="10690"/>
                  </a:cubicBezTo>
                  <a:cubicBezTo>
                    <a:pt x="4524" y="10690"/>
                    <a:pt x="4406" y="10633"/>
                    <a:pt x="4323" y="10526"/>
                  </a:cubicBezTo>
                  <a:cubicBezTo>
                    <a:pt x="4201" y="10333"/>
                    <a:pt x="3983" y="10218"/>
                    <a:pt x="3760" y="10218"/>
                  </a:cubicBezTo>
                  <a:cubicBezTo>
                    <a:pt x="3721" y="10218"/>
                    <a:pt x="3682" y="10221"/>
                    <a:pt x="3644" y="10228"/>
                  </a:cubicBezTo>
                  <a:cubicBezTo>
                    <a:pt x="3624" y="10232"/>
                    <a:pt x="3604" y="10234"/>
                    <a:pt x="3585" y="10234"/>
                  </a:cubicBezTo>
                  <a:cubicBezTo>
                    <a:pt x="3416" y="10234"/>
                    <a:pt x="3259" y="10101"/>
                    <a:pt x="3227" y="9931"/>
                  </a:cubicBezTo>
                  <a:cubicBezTo>
                    <a:pt x="3180" y="9669"/>
                    <a:pt x="2989" y="9454"/>
                    <a:pt x="2739" y="9383"/>
                  </a:cubicBezTo>
                  <a:cubicBezTo>
                    <a:pt x="2537" y="9323"/>
                    <a:pt x="2418" y="9133"/>
                    <a:pt x="2477" y="8931"/>
                  </a:cubicBezTo>
                  <a:cubicBezTo>
                    <a:pt x="2561" y="8681"/>
                    <a:pt x="2465" y="8395"/>
                    <a:pt x="2263" y="8240"/>
                  </a:cubicBezTo>
                  <a:cubicBezTo>
                    <a:pt x="2108" y="8121"/>
                    <a:pt x="2084" y="7883"/>
                    <a:pt x="2203" y="7728"/>
                  </a:cubicBezTo>
                  <a:cubicBezTo>
                    <a:pt x="2358" y="7526"/>
                    <a:pt x="2394" y="7228"/>
                    <a:pt x="2275" y="6990"/>
                  </a:cubicBezTo>
                  <a:cubicBezTo>
                    <a:pt x="2180" y="6811"/>
                    <a:pt x="2263" y="6585"/>
                    <a:pt x="2442" y="6490"/>
                  </a:cubicBezTo>
                  <a:cubicBezTo>
                    <a:pt x="2680" y="6371"/>
                    <a:pt x="2823" y="6121"/>
                    <a:pt x="2811" y="5859"/>
                  </a:cubicBezTo>
                  <a:cubicBezTo>
                    <a:pt x="2799" y="5656"/>
                    <a:pt x="2953" y="5478"/>
                    <a:pt x="3156" y="5466"/>
                  </a:cubicBezTo>
                  <a:cubicBezTo>
                    <a:pt x="3358" y="5454"/>
                    <a:pt x="3549" y="5347"/>
                    <a:pt x="3668" y="5180"/>
                  </a:cubicBezTo>
                  <a:lnTo>
                    <a:pt x="3668" y="5168"/>
                  </a:lnTo>
                  <a:cubicBezTo>
                    <a:pt x="3704" y="5121"/>
                    <a:pt x="3727" y="5085"/>
                    <a:pt x="3751" y="5037"/>
                  </a:cubicBezTo>
                  <a:cubicBezTo>
                    <a:pt x="3807" y="4897"/>
                    <a:pt x="3945" y="4801"/>
                    <a:pt x="4087" y="4801"/>
                  </a:cubicBezTo>
                  <a:cubicBezTo>
                    <a:pt x="4126" y="4801"/>
                    <a:pt x="4165" y="4808"/>
                    <a:pt x="4204" y="4823"/>
                  </a:cubicBezTo>
                  <a:cubicBezTo>
                    <a:pt x="4287" y="4853"/>
                    <a:pt x="4372" y="4868"/>
                    <a:pt x="4456" y="4868"/>
                  </a:cubicBezTo>
                  <a:cubicBezTo>
                    <a:pt x="4633" y="4868"/>
                    <a:pt x="4804" y="4802"/>
                    <a:pt x="4942" y="4680"/>
                  </a:cubicBezTo>
                  <a:cubicBezTo>
                    <a:pt x="5007" y="4615"/>
                    <a:pt x="5100" y="4582"/>
                    <a:pt x="5192" y="4582"/>
                  </a:cubicBezTo>
                  <a:close/>
                  <a:moveTo>
                    <a:pt x="286" y="1"/>
                  </a:moveTo>
                  <a:cubicBezTo>
                    <a:pt x="179" y="1"/>
                    <a:pt x="84" y="60"/>
                    <a:pt x="48" y="156"/>
                  </a:cubicBezTo>
                  <a:cubicBezTo>
                    <a:pt x="1" y="239"/>
                    <a:pt x="1" y="346"/>
                    <a:pt x="60" y="441"/>
                  </a:cubicBezTo>
                  <a:lnTo>
                    <a:pt x="3358" y="5049"/>
                  </a:lnTo>
                  <a:cubicBezTo>
                    <a:pt x="3299" y="5097"/>
                    <a:pt x="3227" y="5121"/>
                    <a:pt x="3156" y="5121"/>
                  </a:cubicBezTo>
                  <a:cubicBezTo>
                    <a:pt x="2787" y="5144"/>
                    <a:pt x="2489" y="5466"/>
                    <a:pt x="2513" y="5835"/>
                  </a:cubicBezTo>
                  <a:cubicBezTo>
                    <a:pt x="2513" y="5990"/>
                    <a:pt x="2442" y="6121"/>
                    <a:pt x="2322" y="6180"/>
                  </a:cubicBezTo>
                  <a:cubicBezTo>
                    <a:pt x="1989" y="6359"/>
                    <a:pt x="1858" y="6764"/>
                    <a:pt x="2025" y="7109"/>
                  </a:cubicBezTo>
                  <a:cubicBezTo>
                    <a:pt x="2084" y="7240"/>
                    <a:pt x="2072" y="7383"/>
                    <a:pt x="1977" y="7490"/>
                  </a:cubicBezTo>
                  <a:cubicBezTo>
                    <a:pt x="1739" y="7788"/>
                    <a:pt x="1787" y="8216"/>
                    <a:pt x="2084" y="8454"/>
                  </a:cubicBezTo>
                  <a:cubicBezTo>
                    <a:pt x="2180" y="8550"/>
                    <a:pt x="2239" y="8692"/>
                    <a:pt x="2203" y="8835"/>
                  </a:cubicBezTo>
                  <a:cubicBezTo>
                    <a:pt x="2108" y="9193"/>
                    <a:pt x="2322" y="9574"/>
                    <a:pt x="2680" y="9669"/>
                  </a:cubicBezTo>
                  <a:cubicBezTo>
                    <a:pt x="2811" y="9704"/>
                    <a:pt x="2918" y="9812"/>
                    <a:pt x="2942" y="9966"/>
                  </a:cubicBezTo>
                  <a:cubicBezTo>
                    <a:pt x="2995" y="10299"/>
                    <a:pt x="3290" y="10535"/>
                    <a:pt x="3609" y="10535"/>
                  </a:cubicBezTo>
                  <a:cubicBezTo>
                    <a:pt x="3645" y="10535"/>
                    <a:pt x="3680" y="10532"/>
                    <a:pt x="3715" y="10526"/>
                  </a:cubicBezTo>
                  <a:cubicBezTo>
                    <a:pt x="3726" y="10525"/>
                    <a:pt x="3738" y="10525"/>
                    <a:pt x="3749" y="10525"/>
                  </a:cubicBezTo>
                  <a:cubicBezTo>
                    <a:pt x="3872" y="10525"/>
                    <a:pt x="4007" y="10584"/>
                    <a:pt x="4073" y="10693"/>
                  </a:cubicBezTo>
                  <a:cubicBezTo>
                    <a:pt x="4208" y="10889"/>
                    <a:pt x="4425" y="10999"/>
                    <a:pt x="4645" y="10999"/>
                  </a:cubicBezTo>
                  <a:cubicBezTo>
                    <a:pt x="4772" y="10999"/>
                    <a:pt x="4900" y="10962"/>
                    <a:pt x="5013" y="10883"/>
                  </a:cubicBezTo>
                  <a:cubicBezTo>
                    <a:pt x="5073" y="10847"/>
                    <a:pt x="5141" y="10830"/>
                    <a:pt x="5208" y="10830"/>
                  </a:cubicBezTo>
                  <a:cubicBezTo>
                    <a:pt x="5275" y="10830"/>
                    <a:pt x="5341" y="10847"/>
                    <a:pt x="5394" y="10883"/>
                  </a:cubicBezTo>
                  <a:cubicBezTo>
                    <a:pt x="5513" y="10955"/>
                    <a:pt x="5632" y="10990"/>
                    <a:pt x="5775" y="10990"/>
                  </a:cubicBezTo>
                  <a:cubicBezTo>
                    <a:pt x="5990" y="10990"/>
                    <a:pt x="6216" y="10883"/>
                    <a:pt x="6347" y="10681"/>
                  </a:cubicBezTo>
                  <a:cubicBezTo>
                    <a:pt x="6423" y="10572"/>
                    <a:pt x="6549" y="10513"/>
                    <a:pt x="6671" y="10513"/>
                  </a:cubicBezTo>
                  <a:cubicBezTo>
                    <a:pt x="6682" y="10513"/>
                    <a:pt x="6693" y="10513"/>
                    <a:pt x="6704" y="10514"/>
                  </a:cubicBezTo>
                  <a:cubicBezTo>
                    <a:pt x="6742" y="10520"/>
                    <a:pt x="6779" y="10523"/>
                    <a:pt x="6816" y="10523"/>
                  </a:cubicBezTo>
                  <a:cubicBezTo>
                    <a:pt x="7150" y="10523"/>
                    <a:pt x="7435" y="10286"/>
                    <a:pt x="7478" y="9943"/>
                  </a:cubicBezTo>
                  <a:cubicBezTo>
                    <a:pt x="7514" y="9812"/>
                    <a:pt x="7597" y="9693"/>
                    <a:pt x="7752" y="9645"/>
                  </a:cubicBezTo>
                  <a:cubicBezTo>
                    <a:pt x="8109" y="9550"/>
                    <a:pt x="8335" y="9169"/>
                    <a:pt x="8228" y="8812"/>
                  </a:cubicBezTo>
                  <a:cubicBezTo>
                    <a:pt x="8192" y="8681"/>
                    <a:pt x="8240" y="8538"/>
                    <a:pt x="8347" y="8442"/>
                  </a:cubicBezTo>
                  <a:cubicBezTo>
                    <a:pt x="8645" y="8204"/>
                    <a:pt x="8692" y="7776"/>
                    <a:pt x="8454" y="7478"/>
                  </a:cubicBezTo>
                  <a:cubicBezTo>
                    <a:pt x="8359" y="7371"/>
                    <a:pt x="8347" y="7204"/>
                    <a:pt x="8407" y="7085"/>
                  </a:cubicBezTo>
                  <a:cubicBezTo>
                    <a:pt x="8573" y="6764"/>
                    <a:pt x="8430" y="6347"/>
                    <a:pt x="8109" y="6168"/>
                  </a:cubicBezTo>
                  <a:cubicBezTo>
                    <a:pt x="7990" y="6109"/>
                    <a:pt x="7895" y="5978"/>
                    <a:pt x="7918" y="5823"/>
                  </a:cubicBezTo>
                  <a:cubicBezTo>
                    <a:pt x="7930" y="5454"/>
                    <a:pt x="7645" y="5121"/>
                    <a:pt x="7275" y="5109"/>
                  </a:cubicBezTo>
                  <a:cubicBezTo>
                    <a:pt x="7204" y="5109"/>
                    <a:pt x="7121" y="5085"/>
                    <a:pt x="7061" y="5037"/>
                  </a:cubicBezTo>
                  <a:lnTo>
                    <a:pt x="10371" y="418"/>
                  </a:lnTo>
                  <a:cubicBezTo>
                    <a:pt x="10431" y="358"/>
                    <a:pt x="10443" y="263"/>
                    <a:pt x="10407" y="156"/>
                  </a:cubicBezTo>
                  <a:cubicBezTo>
                    <a:pt x="10359" y="60"/>
                    <a:pt x="10264" y="1"/>
                    <a:pt x="10169" y="1"/>
                  </a:cubicBezTo>
                  <a:lnTo>
                    <a:pt x="7383" y="1"/>
                  </a:lnTo>
                  <a:cubicBezTo>
                    <a:pt x="7287" y="1"/>
                    <a:pt x="7216" y="49"/>
                    <a:pt x="7156" y="120"/>
                  </a:cubicBezTo>
                  <a:lnTo>
                    <a:pt x="5228" y="2835"/>
                  </a:lnTo>
                  <a:lnTo>
                    <a:pt x="3287" y="120"/>
                  </a:lnTo>
                  <a:cubicBezTo>
                    <a:pt x="3239" y="49"/>
                    <a:pt x="3156" y="1"/>
                    <a:pt x="30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" name="Google Shape;10570;p64">
              <a:extLst>
                <a:ext uri="{FF2B5EF4-FFF2-40B4-BE49-F238E27FC236}">
                  <a16:creationId xmlns:a16="http://schemas.microsoft.com/office/drawing/2014/main" id="{6074BEDF-A5B6-6F53-5657-AD3E33285F57}"/>
                </a:ext>
              </a:extLst>
            </p:cNvPr>
            <p:cNvSpPr/>
            <p:nvPr/>
          </p:nvSpPr>
          <p:spPr>
            <a:xfrm>
              <a:off x="955059" y="2135755"/>
              <a:ext cx="164134" cy="75877"/>
            </a:xfrm>
            <a:custGeom>
              <a:avLst/>
              <a:gdLst/>
              <a:ahLst/>
              <a:cxnLst/>
              <a:rect l="l" t="t" r="r" b="b"/>
              <a:pathLst>
                <a:path w="5157" h="2384" extrusionOk="0">
                  <a:moveTo>
                    <a:pt x="2573" y="0"/>
                  </a:moveTo>
                  <a:cubicBezTo>
                    <a:pt x="1954" y="0"/>
                    <a:pt x="1346" y="215"/>
                    <a:pt x="882" y="631"/>
                  </a:cubicBezTo>
                  <a:cubicBezTo>
                    <a:pt x="418" y="1036"/>
                    <a:pt x="108" y="1608"/>
                    <a:pt x="13" y="2203"/>
                  </a:cubicBezTo>
                  <a:cubicBezTo>
                    <a:pt x="1" y="2286"/>
                    <a:pt x="60" y="2358"/>
                    <a:pt x="156" y="2382"/>
                  </a:cubicBezTo>
                  <a:lnTo>
                    <a:pt x="180" y="2382"/>
                  </a:lnTo>
                  <a:cubicBezTo>
                    <a:pt x="251" y="2382"/>
                    <a:pt x="334" y="2322"/>
                    <a:pt x="346" y="2239"/>
                  </a:cubicBezTo>
                  <a:cubicBezTo>
                    <a:pt x="418" y="1703"/>
                    <a:pt x="703" y="1215"/>
                    <a:pt x="1108" y="870"/>
                  </a:cubicBezTo>
                  <a:cubicBezTo>
                    <a:pt x="1525" y="512"/>
                    <a:pt x="2037" y="322"/>
                    <a:pt x="2596" y="322"/>
                  </a:cubicBezTo>
                  <a:cubicBezTo>
                    <a:pt x="3144" y="322"/>
                    <a:pt x="3668" y="512"/>
                    <a:pt x="4085" y="870"/>
                  </a:cubicBezTo>
                  <a:cubicBezTo>
                    <a:pt x="4478" y="1227"/>
                    <a:pt x="4763" y="1727"/>
                    <a:pt x="4835" y="2239"/>
                  </a:cubicBezTo>
                  <a:cubicBezTo>
                    <a:pt x="4857" y="2326"/>
                    <a:pt x="4918" y="2383"/>
                    <a:pt x="4992" y="2383"/>
                  </a:cubicBezTo>
                  <a:cubicBezTo>
                    <a:pt x="4999" y="2383"/>
                    <a:pt x="5006" y="2383"/>
                    <a:pt x="5013" y="2382"/>
                  </a:cubicBezTo>
                  <a:cubicBezTo>
                    <a:pt x="5085" y="2382"/>
                    <a:pt x="5156" y="2286"/>
                    <a:pt x="5144" y="2203"/>
                  </a:cubicBezTo>
                  <a:cubicBezTo>
                    <a:pt x="5049" y="1584"/>
                    <a:pt x="4740" y="1036"/>
                    <a:pt x="4275" y="631"/>
                  </a:cubicBezTo>
                  <a:cubicBezTo>
                    <a:pt x="3799" y="238"/>
                    <a:pt x="3204" y="0"/>
                    <a:pt x="2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" name="Google Shape;10571;p64">
              <a:extLst>
                <a:ext uri="{FF2B5EF4-FFF2-40B4-BE49-F238E27FC236}">
                  <a16:creationId xmlns:a16="http://schemas.microsoft.com/office/drawing/2014/main" id="{A2760834-5CC3-E4C4-BF96-37ECCD950BCF}"/>
                </a:ext>
              </a:extLst>
            </p:cNvPr>
            <p:cNvSpPr/>
            <p:nvPr/>
          </p:nvSpPr>
          <p:spPr>
            <a:xfrm>
              <a:off x="955059" y="2224999"/>
              <a:ext cx="164134" cy="75240"/>
            </a:xfrm>
            <a:custGeom>
              <a:avLst/>
              <a:gdLst/>
              <a:ahLst/>
              <a:cxnLst/>
              <a:rect l="l" t="t" r="r" b="b"/>
              <a:pathLst>
                <a:path w="5157" h="2364" extrusionOk="0">
                  <a:moveTo>
                    <a:pt x="193" y="1"/>
                  </a:moveTo>
                  <a:cubicBezTo>
                    <a:pt x="181" y="1"/>
                    <a:pt x="168" y="3"/>
                    <a:pt x="156" y="6"/>
                  </a:cubicBezTo>
                  <a:cubicBezTo>
                    <a:pt x="60" y="18"/>
                    <a:pt x="1" y="90"/>
                    <a:pt x="25" y="185"/>
                  </a:cubicBezTo>
                  <a:cubicBezTo>
                    <a:pt x="108" y="792"/>
                    <a:pt x="418" y="1340"/>
                    <a:pt x="882" y="1745"/>
                  </a:cubicBezTo>
                  <a:cubicBezTo>
                    <a:pt x="1358" y="2149"/>
                    <a:pt x="1954" y="2364"/>
                    <a:pt x="2585" y="2364"/>
                  </a:cubicBezTo>
                  <a:cubicBezTo>
                    <a:pt x="3204" y="2364"/>
                    <a:pt x="3811" y="2149"/>
                    <a:pt x="4275" y="1733"/>
                  </a:cubicBezTo>
                  <a:cubicBezTo>
                    <a:pt x="4740" y="1328"/>
                    <a:pt x="5049" y="756"/>
                    <a:pt x="5144" y="161"/>
                  </a:cubicBezTo>
                  <a:cubicBezTo>
                    <a:pt x="5156" y="90"/>
                    <a:pt x="5085" y="18"/>
                    <a:pt x="5002" y="6"/>
                  </a:cubicBezTo>
                  <a:cubicBezTo>
                    <a:pt x="4990" y="3"/>
                    <a:pt x="4980" y="2"/>
                    <a:pt x="4969" y="2"/>
                  </a:cubicBezTo>
                  <a:cubicBezTo>
                    <a:pt x="4900" y="2"/>
                    <a:pt x="4844" y="65"/>
                    <a:pt x="4823" y="137"/>
                  </a:cubicBezTo>
                  <a:cubicBezTo>
                    <a:pt x="4752" y="673"/>
                    <a:pt x="4466" y="1161"/>
                    <a:pt x="4073" y="1506"/>
                  </a:cubicBezTo>
                  <a:cubicBezTo>
                    <a:pt x="3656" y="1864"/>
                    <a:pt x="3132" y="2054"/>
                    <a:pt x="2585" y="2054"/>
                  </a:cubicBezTo>
                  <a:cubicBezTo>
                    <a:pt x="2025" y="2054"/>
                    <a:pt x="1513" y="1864"/>
                    <a:pt x="1096" y="1506"/>
                  </a:cubicBezTo>
                  <a:cubicBezTo>
                    <a:pt x="691" y="1149"/>
                    <a:pt x="406" y="673"/>
                    <a:pt x="334" y="137"/>
                  </a:cubicBezTo>
                  <a:cubicBezTo>
                    <a:pt x="324" y="56"/>
                    <a:pt x="262" y="1"/>
                    <a:pt x="1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" name="Google Shape;10572;p64">
              <a:extLst>
                <a:ext uri="{FF2B5EF4-FFF2-40B4-BE49-F238E27FC236}">
                  <a16:creationId xmlns:a16="http://schemas.microsoft.com/office/drawing/2014/main" id="{CADFACE9-E01C-A0E5-56E7-2DB2B693719F}"/>
                </a:ext>
              </a:extLst>
            </p:cNvPr>
            <p:cNvSpPr/>
            <p:nvPr/>
          </p:nvSpPr>
          <p:spPr>
            <a:xfrm>
              <a:off x="1021387" y="2183496"/>
              <a:ext cx="18969" cy="69766"/>
            </a:xfrm>
            <a:custGeom>
              <a:avLst/>
              <a:gdLst/>
              <a:ahLst/>
              <a:cxnLst/>
              <a:rect l="l" t="t" r="r" b="b"/>
              <a:pathLst>
                <a:path w="596" h="2192" extrusionOk="0">
                  <a:moveTo>
                    <a:pt x="453" y="1"/>
                  </a:moveTo>
                  <a:cubicBezTo>
                    <a:pt x="417" y="1"/>
                    <a:pt x="393" y="12"/>
                    <a:pt x="382" y="24"/>
                  </a:cubicBezTo>
                  <a:lnTo>
                    <a:pt x="60" y="322"/>
                  </a:lnTo>
                  <a:cubicBezTo>
                    <a:pt x="24" y="358"/>
                    <a:pt x="1" y="405"/>
                    <a:pt x="1" y="441"/>
                  </a:cubicBezTo>
                  <a:cubicBezTo>
                    <a:pt x="1" y="501"/>
                    <a:pt x="48" y="584"/>
                    <a:pt x="108" y="584"/>
                  </a:cubicBezTo>
                  <a:cubicBezTo>
                    <a:pt x="120" y="584"/>
                    <a:pt x="155" y="560"/>
                    <a:pt x="167" y="548"/>
                  </a:cubicBezTo>
                  <a:lnTo>
                    <a:pt x="274" y="417"/>
                  </a:lnTo>
                  <a:lnTo>
                    <a:pt x="274" y="2084"/>
                  </a:lnTo>
                  <a:cubicBezTo>
                    <a:pt x="274" y="2156"/>
                    <a:pt x="346" y="2191"/>
                    <a:pt x="429" y="2191"/>
                  </a:cubicBezTo>
                  <a:cubicBezTo>
                    <a:pt x="512" y="2191"/>
                    <a:pt x="596" y="2156"/>
                    <a:pt x="596" y="2084"/>
                  </a:cubicBezTo>
                  <a:lnTo>
                    <a:pt x="596" y="108"/>
                  </a:lnTo>
                  <a:cubicBezTo>
                    <a:pt x="596" y="48"/>
                    <a:pt x="524" y="1"/>
                    <a:pt x="45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7" name="Google Shape;11416;p65">
            <a:extLst>
              <a:ext uri="{FF2B5EF4-FFF2-40B4-BE49-F238E27FC236}">
                <a16:creationId xmlns:a16="http://schemas.microsoft.com/office/drawing/2014/main" id="{FF5A3038-A9E0-CDEC-3CD1-1F6E89876616}"/>
              </a:ext>
            </a:extLst>
          </p:cNvPr>
          <p:cNvSpPr/>
          <p:nvPr/>
        </p:nvSpPr>
        <p:spPr>
          <a:xfrm>
            <a:off x="3507864" y="2040623"/>
            <a:ext cx="361754" cy="362514"/>
          </a:xfrm>
          <a:custGeom>
            <a:avLst/>
            <a:gdLst/>
            <a:ahLst/>
            <a:cxnLst/>
            <a:rect l="l" t="t" r="r" b="b"/>
            <a:pathLst>
              <a:path w="11419" h="11443" extrusionOk="0">
                <a:moveTo>
                  <a:pt x="4644" y="3560"/>
                </a:moveTo>
                <a:lnTo>
                  <a:pt x="4727" y="3655"/>
                </a:lnTo>
                <a:lnTo>
                  <a:pt x="4132" y="4263"/>
                </a:lnTo>
                <a:cubicBezTo>
                  <a:pt x="3989" y="4084"/>
                  <a:pt x="3965" y="3834"/>
                  <a:pt x="4108" y="3655"/>
                </a:cubicBezTo>
                <a:lnTo>
                  <a:pt x="4120" y="3655"/>
                </a:lnTo>
                <a:cubicBezTo>
                  <a:pt x="4298" y="3655"/>
                  <a:pt x="4465" y="3620"/>
                  <a:pt x="4644" y="3560"/>
                </a:cubicBezTo>
                <a:close/>
                <a:moveTo>
                  <a:pt x="8751" y="5739"/>
                </a:moveTo>
                <a:lnTo>
                  <a:pt x="8918" y="5906"/>
                </a:lnTo>
                <a:cubicBezTo>
                  <a:pt x="8944" y="5932"/>
                  <a:pt x="8994" y="5951"/>
                  <a:pt x="9043" y="5951"/>
                </a:cubicBezTo>
                <a:cubicBezTo>
                  <a:pt x="9061" y="5951"/>
                  <a:pt x="9080" y="5948"/>
                  <a:pt x="9097" y="5941"/>
                </a:cubicBezTo>
                <a:cubicBezTo>
                  <a:pt x="9275" y="5894"/>
                  <a:pt x="9430" y="5858"/>
                  <a:pt x="9597" y="5846"/>
                </a:cubicBezTo>
                <a:lnTo>
                  <a:pt x="9704" y="5858"/>
                </a:lnTo>
                <a:cubicBezTo>
                  <a:pt x="10478" y="5918"/>
                  <a:pt x="11073" y="6561"/>
                  <a:pt x="11073" y="7335"/>
                </a:cubicBezTo>
                <a:cubicBezTo>
                  <a:pt x="11085" y="7454"/>
                  <a:pt x="11073" y="7585"/>
                  <a:pt x="11025" y="7716"/>
                </a:cubicBezTo>
                <a:lnTo>
                  <a:pt x="10121" y="6811"/>
                </a:lnTo>
                <a:cubicBezTo>
                  <a:pt x="10061" y="6739"/>
                  <a:pt x="9966" y="6692"/>
                  <a:pt x="9870" y="6644"/>
                </a:cubicBezTo>
                <a:cubicBezTo>
                  <a:pt x="9787" y="6620"/>
                  <a:pt x="9704" y="6608"/>
                  <a:pt x="9609" y="6608"/>
                </a:cubicBezTo>
                <a:cubicBezTo>
                  <a:pt x="9418" y="6608"/>
                  <a:pt x="9239" y="6680"/>
                  <a:pt x="9108" y="6811"/>
                </a:cubicBezTo>
                <a:cubicBezTo>
                  <a:pt x="8918" y="7001"/>
                  <a:pt x="8858" y="7299"/>
                  <a:pt x="8942" y="7573"/>
                </a:cubicBezTo>
                <a:cubicBezTo>
                  <a:pt x="8978" y="7680"/>
                  <a:pt x="9037" y="7763"/>
                  <a:pt x="9108" y="7823"/>
                </a:cubicBezTo>
                <a:lnTo>
                  <a:pt x="10013" y="8728"/>
                </a:lnTo>
                <a:cubicBezTo>
                  <a:pt x="9882" y="8775"/>
                  <a:pt x="9751" y="8787"/>
                  <a:pt x="9609" y="8787"/>
                </a:cubicBezTo>
                <a:cubicBezTo>
                  <a:pt x="8835" y="8787"/>
                  <a:pt x="8204" y="8180"/>
                  <a:pt x="8156" y="7418"/>
                </a:cubicBezTo>
                <a:lnTo>
                  <a:pt x="8144" y="7323"/>
                </a:lnTo>
                <a:cubicBezTo>
                  <a:pt x="8144" y="7156"/>
                  <a:pt x="8168" y="6977"/>
                  <a:pt x="8227" y="6811"/>
                </a:cubicBezTo>
                <a:cubicBezTo>
                  <a:pt x="8263" y="6751"/>
                  <a:pt x="8239" y="6680"/>
                  <a:pt x="8180" y="6632"/>
                </a:cubicBezTo>
                <a:lnTo>
                  <a:pt x="8025" y="6465"/>
                </a:lnTo>
                <a:lnTo>
                  <a:pt x="8751" y="5739"/>
                </a:lnTo>
                <a:close/>
                <a:moveTo>
                  <a:pt x="2393" y="6537"/>
                </a:moveTo>
                <a:lnTo>
                  <a:pt x="2751" y="6894"/>
                </a:lnTo>
                <a:lnTo>
                  <a:pt x="4632" y="8775"/>
                </a:lnTo>
                <a:lnTo>
                  <a:pt x="4894" y="9037"/>
                </a:lnTo>
                <a:lnTo>
                  <a:pt x="4358" y="9573"/>
                </a:lnTo>
                <a:lnTo>
                  <a:pt x="1858" y="7084"/>
                </a:lnTo>
                <a:lnTo>
                  <a:pt x="2393" y="6537"/>
                </a:lnTo>
                <a:close/>
                <a:moveTo>
                  <a:pt x="4155" y="0"/>
                </a:moveTo>
                <a:cubicBezTo>
                  <a:pt x="3882" y="0"/>
                  <a:pt x="3632" y="60"/>
                  <a:pt x="3382" y="179"/>
                </a:cubicBezTo>
                <a:cubicBezTo>
                  <a:pt x="3334" y="203"/>
                  <a:pt x="3286" y="250"/>
                  <a:pt x="3286" y="298"/>
                </a:cubicBezTo>
                <a:cubicBezTo>
                  <a:pt x="3274" y="357"/>
                  <a:pt x="3298" y="393"/>
                  <a:pt x="3334" y="441"/>
                </a:cubicBezTo>
                <a:lnTo>
                  <a:pt x="4417" y="1524"/>
                </a:lnTo>
                <a:cubicBezTo>
                  <a:pt x="4453" y="1560"/>
                  <a:pt x="4477" y="1608"/>
                  <a:pt x="4513" y="1667"/>
                </a:cubicBezTo>
                <a:cubicBezTo>
                  <a:pt x="4548" y="1810"/>
                  <a:pt x="4525" y="1965"/>
                  <a:pt x="4417" y="2060"/>
                </a:cubicBezTo>
                <a:cubicBezTo>
                  <a:pt x="4346" y="2143"/>
                  <a:pt x="4251" y="2167"/>
                  <a:pt x="4155" y="2167"/>
                </a:cubicBezTo>
                <a:cubicBezTo>
                  <a:pt x="4108" y="2167"/>
                  <a:pt x="4060" y="2155"/>
                  <a:pt x="4013" y="2143"/>
                </a:cubicBezTo>
                <a:cubicBezTo>
                  <a:pt x="3953" y="2108"/>
                  <a:pt x="3917" y="2096"/>
                  <a:pt x="3882" y="2048"/>
                </a:cubicBezTo>
                <a:lnTo>
                  <a:pt x="2798" y="965"/>
                </a:lnTo>
                <a:cubicBezTo>
                  <a:pt x="2762" y="928"/>
                  <a:pt x="2725" y="913"/>
                  <a:pt x="2684" y="913"/>
                </a:cubicBezTo>
                <a:cubicBezTo>
                  <a:pt x="2671" y="913"/>
                  <a:pt x="2657" y="914"/>
                  <a:pt x="2643" y="917"/>
                </a:cubicBezTo>
                <a:cubicBezTo>
                  <a:pt x="2584" y="929"/>
                  <a:pt x="2548" y="965"/>
                  <a:pt x="2524" y="1012"/>
                </a:cubicBezTo>
                <a:cubicBezTo>
                  <a:pt x="2405" y="1262"/>
                  <a:pt x="2346" y="1512"/>
                  <a:pt x="2346" y="1786"/>
                </a:cubicBezTo>
                <a:cubicBezTo>
                  <a:pt x="2346" y="2239"/>
                  <a:pt x="2524" y="2679"/>
                  <a:pt x="2846" y="3013"/>
                </a:cubicBezTo>
                <a:cubicBezTo>
                  <a:pt x="3096" y="3286"/>
                  <a:pt x="3417" y="3465"/>
                  <a:pt x="3798" y="3548"/>
                </a:cubicBezTo>
                <a:cubicBezTo>
                  <a:pt x="3655" y="3846"/>
                  <a:pt x="3715" y="4203"/>
                  <a:pt x="3941" y="4465"/>
                </a:cubicBezTo>
                <a:lnTo>
                  <a:pt x="3560" y="4846"/>
                </a:lnTo>
                <a:cubicBezTo>
                  <a:pt x="3405" y="5001"/>
                  <a:pt x="3334" y="5191"/>
                  <a:pt x="3334" y="5394"/>
                </a:cubicBezTo>
                <a:cubicBezTo>
                  <a:pt x="3334" y="5596"/>
                  <a:pt x="3405" y="5775"/>
                  <a:pt x="3524" y="5906"/>
                </a:cubicBezTo>
                <a:lnTo>
                  <a:pt x="2917" y="6513"/>
                </a:lnTo>
                <a:lnTo>
                  <a:pt x="2560" y="6156"/>
                </a:lnTo>
                <a:cubicBezTo>
                  <a:pt x="2530" y="6126"/>
                  <a:pt x="2486" y="6111"/>
                  <a:pt x="2441" y="6111"/>
                </a:cubicBezTo>
                <a:cubicBezTo>
                  <a:pt x="2396" y="6111"/>
                  <a:pt x="2352" y="6126"/>
                  <a:pt x="2322" y="6156"/>
                </a:cubicBezTo>
                <a:lnTo>
                  <a:pt x="1417" y="7061"/>
                </a:lnTo>
                <a:lnTo>
                  <a:pt x="60" y="8418"/>
                </a:lnTo>
                <a:cubicBezTo>
                  <a:pt x="0" y="8478"/>
                  <a:pt x="0" y="8597"/>
                  <a:pt x="60" y="8656"/>
                </a:cubicBezTo>
                <a:lnTo>
                  <a:pt x="1096" y="9704"/>
                </a:lnTo>
                <a:cubicBezTo>
                  <a:pt x="1125" y="9734"/>
                  <a:pt x="1170" y="9748"/>
                  <a:pt x="1215" y="9748"/>
                </a:cubicBezTo>
                <a:cubicBezTo>
                  <a:pt x="1259" y="9748"/>
                  <a:pt x="1304" y="9734"/>
                  <a:pt x="1334" y="9704"/>
                </a:cubicBezTo>
                <a:cubicBezTo>
                  <a:pt x="1393" y="9644"/>
                  <a:pt x="1393" y="9525"/>
                  <a:pt x="1334" y="9466"/>
                </a:cubicBezTo>
                <a:lnTo>
                  <a:pt x="417" y="8537"/>
                </a:lnTo>
                <a:lnTo>
                  <a:pt x="1667" y="7287"/>
                </a:lnTo>
                <a:lnTo>
                  <a:pt x="4167" y="9787"/>
                </a:lnTo>
                <a:lnTo>
                  <a:pt x="2917" y="11037"/>
                </a:lnTo>
                <a:lnTo>
                  <a:pt x="1810" y="9942"/>
                </a:lnTo>
                <a:cubicBezTo>
                  <a:pt x="1780" y="9912"/>
                  <a:pt x="1736" y="9897"/>
                  <a:pt x="1691" y="9897"/>
                </a:cubicBezTo>
                <a:cubicBezTo>
                  <a:pt x="1646" y="9897"/>
                  <a:pt x="1602" y="9912"/>
                  <a:pt x="1572" y="9942"/>
                </a:cubicBezTo>
                <a:cubicBezTo>
                  <a:pt x="1512" y="10002"/>
                  <a:pt x="1512" y="10121"/>
                  <a:pt x="1572" y="10180"/>
                </a:cubicBezTo>
                <a:lnTo>
                  <a:pt x="2798" y="11395"/>
                </a:lnTo>
                <a:cubicBezTo>
                  <a:pt x="2822" y="11430"/>
                  <a:pt x="2870" y="11442"/>
                  <a:pt x="2917" y="11442"/>
                </a:cubicBezTo>
                <a:cubicBezTo>
                  <a:pt x="2965" y="11442"/>
                  <a:pt x="3001" y="11430"/>
                  <a:pt x="3036" y="11395"/>
                </a:cubicBezTo>
                <a:lnTo>
                  <a:pt x="4394" y="10037"/>
                </a:lnTo>
                <a:lnTo>
                  <a:pt x="5298" y="9132"/>
                </a:lnTo>
                <a:cubicBezTo>
                  <a:pt x="5322" y="9109"/>
                  <a:pt x="5346" y="9061"/>
                  <a:pt x="5346" y="9013"/>
                </a:cubicBezTo>
                <a:cubicBezTo>
                  <a:pt x="5346" y="8966"/>
                  <a:pt x="5322" y="8930"/>
                  <a:pt x="5298" y="8894"/>
                </a:cubicBezTo>
                <a:lnTo>
                  <a:pt x="5025" y="8632"/>
                </a:lnTo>
                <a:lnTo>
                  <a:pt x="5644" y="8013"/>
                </a:lnTo>
                <a:cubicBezTo>
                  <a:pt x="5770" y="8094"/>
                  <a:pt x="5916" y="8135"/>
                  <a:pt x="6062" y="8135"/>
                </a:cubicBezTo>
                <a:cubicBezTo>
                  <a:pt x="6217" y="8135"/>
                  <a:pt x="6372" y="8088"/>
                  <a:pt x="6501" y="7989"/>
                </a:cubicBezTo>
                <a:cubicBezTo>
                  <a:pt x="6572" y="7930"/>
                  <a:pt x="6596" y="7823"/>
                  <a:pt x="6537" y="7751"/>
                </a:cubicBezTo>
                <a:cubicBezTo>
                  <a:pt x="6500" y="7708"/>
                  <a:pt x="6446" y="7682"/>
                  <a:pt x="6393" y="7682"/>
                </a:cubicBezTo>
                <a:cubicBezTo>
                  <a:pt x="6360" y="7682"/>
                  <a:pt x="6326" y="7692"/>
                  <a:pt x="6299" y="7716"/>
                </a:cubicBezTo>
                <a:cubicBezTo>
                  <a:pt x="6220" y="7778"/>
                  <a:pt x="6131" y="7806"/>
                  <a:pt x="6041" y="7806"/>
                </a:cubicBezTo>
                <a:cubicBezTo>
                  <a:pt x="5927" y="7806"/>
                  <a:pt x="5814" y="7760"/>
                  <a:pt x="5727" y="7680"/>
                </a:cubicBezTo>
                <a:cubicBezTo>
                  <a:pt x="5703" y="7644"/>
                  <a:pt x="5656" y="7632"/>
                  <a:pt x="5608" y="7632"/>
                </a:cubicBezTo>
                <a:cubicBezTo>
                  <a:pt x="5560" y="7632"/>
                  <a:pt x="5525" y="7644"/>
                  <a:pt x="5489" y="7680"/>
                </a:cubicBezTo>
                <a:lnTo>
                  <a:pt x="4763" y="8406"/>
                </a:lnTo>
                <a:lnTo>
                  <a:pt x="3108" y="6799"/>
                </a:lnTo>
                <a:lnTo>
                  <a:pt x="3834" y="6072"/>
                </a:lnTo>
                <a:cubicBezTo>
                  <a:pt x="3894" y="6013"/>
                  <a:pt x="3894" y="5894"/>
                  <a:pt x="3834" y="5834"/>
                </a:cubicBezTo>
                <a:lnTo>
                  <a:pt x="3751" y="5739"/>
                </a:lnTo>
                <a:cubicBezTo>
                  <a:pt x="3655" y="5644"/>
                  <a:pt x="3620" y="5549"/>
                  <a:pt x="3620" y="5430"/>
                </a:cubicBezTo>
                <a:cubicBezTo>
                  <a:pt x="3620" y="5310"/>
                  <a:pt x="3655" y="5203"/>
                  <a:pt x="3751" y="5108"/>
                </a:cubicBezTo>
                <a:lnTo>
                  <a:pt x="4251" y="4608"/>
                </a:lnTo>
                <a:lnTo>
                  <a:pt x="5096" y="3763"/>
                </a:lnTo>
                <a:lnTo>
                  <a:pt x="6013" y="2846"/>
                </a:lnTo>
                <a:cubicBezTo>
                  <a:pt x="6025" y="2834"/>
                  <a:pt x="6037" y="2822"/>
                  <a:pt x="6049" y="2822"/>
                </a:cubicBezTo>
                <a:cubicBezTo>
                  <a:pt x="6106" y="2780"/>
                  <a:pt x="6170" y="2761"/>
                  <a:pt x="6233" y="2761"/>
                </a:cubicBezTo>
                <a:cubicBezTo>
                  <a:pt x="6314" y="2761"/>
                  <a:pt x="6393" y="2792"/>
                  <a:pt x="6453" y="2846"/>
                </a:cubicBezTo>
                <a:lnTo>
                  <a:pt x="6477" y="2870"/>
                </a:lnTo>
                <a:cubicBezTo>
                  <a:pt x="6572" y="2965"/>
                  <a:pt x="6596" y="3132"/>
                  <a:pt x="6501" y="3263"/>
                </a:cubicBezTo>
                <a:cubicBezTo>
                  <a:pt x="6489" y="3286"/>
                  <a:pt x="6477" y="3298"/>
                  <a:pt x="6477" y="3310"/>
                </a:cubicBezTo>
                <a:lnTo>
                  <a:pt x="5477" y="4310"/>
                </a:lnTo>
                <a:cubicBezTo>
                  <a:pt x="5418" y="4370"/>
                  <a:pt x="5418" y="4489"/>
                  <a:pt x="5477" y="4548"/>
                </a:cubicBezTo>
                <a:cubicBezTo>
                  <a:pt x="5501" y="4584"/>
                  <a:pt x="5549" y="4596"/>
                  <a:pt x="5596" y="4596"/>
                </a:cubicBezTo>
                <a:cubicBezTo>
                  <a:pt x="5644" y="4596"/>
                  <a:pt x="5679" y="4572"/>
                  <a:pt x="5715" y="4548"/>
                </a:cubicBezTo>
                <a:lnTo>
                  <a:pt x="6715" y="3548"/>
                </a:lnTo>
                <a:cubicBezTo>
                  <a:pt x="6727" y="3536"/>
                  <a:pt x="6739" y="3525"/>
                  <a:pt x="6751" y="3525"/>
                </a:cubicBezTo>
                <a:cubicBezTo>
                  <a:pt x="6805" y="3481"/>
                  <a:pt x="6872" y="3460"/>
                  <a:pt x="6939" y="3460"/>
                </a:cubicBezTo>
                <a:cubicBezTo>
                  <a:pt x="7018" y="3460"/>
                  <a:pt x="7098" y="3490"/>
                  <a:pt x="7156" y="3548"/>
                </a:cubicBezTo>
                <a:lnTo>
                  <a:pt x="7168" y="3560"/>
                </a:lnTo>
                <a:cubicBezTo>
                  <a:pt x="7275" y="3667"/>
                  <a:pt x="7287" y="3834"/>
                  <a:pt x="7203" y="3965"/>
                </a:cubicBezTo>
                <a:cubicBezTo>
                  <a:pt x="7192" y="3989"/>
                  <a:pt x="7192" y="4001"/>
                  <a:pt x="7168" y="4013"/>
                </a:cubicBezTo>
                <a:lnTo>
                  <a:pt x="6180" y="5013"/>
                </a:lnTo>
                <a:cubicBezTo>
                  <a:pt x="6120" y="5072"/>
                  <a:pt x="6120" y="5191"/>
                  <a:pt x="6180" y="5251"/>
                </a:cubicBezTo>
                <a:cubicBezTo>
                  <a:pt x="6203" y="5275"/>
                  <a:pt x="6251" y="5299"/>
                  <a:pt x="6299" y="5299"/>
                </a:cubicBezTo>
                <a:cubicBezTo>
                  <a:pt x="6334" y="5299"/>
                  <a:pt x="6382" y="5275"/>
                  <a:pt x="6418" y="5251"/>
                </a:cubicBezTo>
                <a:lnTo>
                  <a:pt x="7406" y="4251"/>
                </a:lnTo>
                <a:cubicBezTo>
                  <a:pt x="7430" y="4239"/>
                  <a:pt x="7442" y="4215"/>
                  <a:pt x="7454" y="4215"/>
                </a:cubicBezTo>
                <a:cubicBezTo>
                  <a:pt x="7506" y="4179"/>
                  <a:pt x="7569" y="4160"/>
                  <a:pt x="7633" y="4160"/>
                </a:cubicBezTo>
                <a:cubicBezTo>
                  <a:pt x="7715" y="4160"/>
                  <a:pt x="7798" y="4191"/>
                  <a:pt x="7858" y="4251"/>
                </a:cubicBezTo>
                <a:lnTo>
                  <a:pt x="7870" y="4263"/>
                </a:lnTo>
                <a:cubicBezTo>
                  <a:pt x="7977" y="4370"/>
                  <a:pt x="7989" y="4537"/>
                  <a:pt x="7906" y="4668"/>
                </a:cubicBezTo>
                <a:cubicBezTo>
                  <a:pt x="7882" y="4679"/>
                  <a:pt x="7882" y="4703"/>
                  <a:pt x="7870" y="4715"/>
                </a:cubicBezTo>
                <a:lnTo>
                  <a:pt x="6870" y="5715"/>
                </a:lnTo>
                <a:cubicBezTo>
                  <a:pt x="6811" y="5775"/>
                  <a:pt x="6811" y="5894"/>
                  <a:pt x="6870" y="5953"/>
                </a:cubicBezTo>
                <a:cubicBezTo>
                  <a:pt x="6906" y="5977"/>
                  <a:pt x="6953" y="5989"/>
                  <a:pt x="6989" y="5989"/>
                </a:cubicBezTo>
                <a:cubicBezTo>
                  <a:pt x="7037" y="5989"/>
                  <a:pt x="7084" y="5977"/>
                  <a:pt x="7108" y="5953"/>
                </a:cubicBezTo>
                <a:lnTo>
                  <a:pt x="8108" y="4953"/>
                </a:lnTo>
                <a:cubicBezTo>
                  <a:pt x="8120" y="4941"/>
                  <a:pt x="8144" y="4918"/>
                  <a:pt x="8156" y="4918"/>
                </a:cubicBezTo>
                <a:cubicBezTo>
                  <a:pt x="8208" y="4881"/>
                  <a:pt x="8272" y="4863"/>
                  <a:pt x="8335" y="4863"/>
                </a:cubicBezTo>
                <a:cubicBezTo>
                  <a:pt x="8418" y="4863"/>
                  <a:pt x="8501" y="4893"/>
                  <a:pt x="8561" y="4953"/>
                </a:cubicBezTo>
                <a:lnTo>
                  <a:pt x="8573" y="4965"/>
                </a:lnTo>
                <a:cubicBezTo>
                  <a:pt x="8680" y="5072"/>
                  <a:pt x="8692" y="5239"/>
                  <a:pt x="8597" y="5370"/>
                </a:cubicBezTo>
                <a:cubicBezTo>
                  <a:pt x="8585" y="5382"/>
                  <a:pt x="8573" y="5394"/>
                  <a:pt x="8573" y="5418"/>
                </a:cubicBezTo>
                <a:lnTo>
                  <a:pt x="6715" y="7275"/>
                </a:lnTo>
                <a:cubicBezTo>
                  <a:pt x="6656" y="7335"/>
                  <a:pt x="6656" y="7454"/>
                  <a:pt x="6715" y="7513"/>
                </a:cubicBezTo>
                <a:cubicBezTo>
                  <a:pt x="6739" y="7537"/>
                  <a:pt x="6787" y="7561"/>
                  <a:pt x="6834" y="7561"/>
                </a:cubicBezTo>
                <a:cubicBezTo>
                  <a:pt x="6870" y="7561"/>
                  <a:pt x="6918" y="7537"/>
                  <a:pt x="6953" y="7513"/>
                </a:cubicBezTo>
                <a:lnTo>
                  <a:pt x="7787" y="6680"/>
                </a:lnTo>
                <a:lnTo>
                  <a:pt x="7870" y="6763"/>
                </a:lnTo>
                <a:cubicBezTo>
                  <a:pt x="7811" y="6942"/>
                  <a:pt x="7787" y="7120"/>
                  <a:pt x="7787" y="7287"/>
                </a:cubicBezTo>
                <a:lnTo>
                  <a:pt x="7787" y="7299"/>
                </a:lnTo>
                <a:lnTo>
                  <a:pt x="7799" y="7406"/>
                </a:lnTo>
                <a:cubicBezTo>
                  <a:pt x="7823" y="7870"/>
                  <a:pt x="8037" y="8287"/>
                  <a:pt x="8358" y="8597"/>
                </a:cubicBezTo>
                <a:cubicBezTo>
                  <a:pt x="8692" y="8906"/>
                  <a:pt x="9132" y="9085"/>
                  <a:pt x="9597" y="9085"/>
                </a:cubicBezTo>
                <a:cubicBezTo>
                  <a:pt x="9870" y="9085"/>
                  <a:pt x="10121" y="9025"/>
                  <a:pt x="10371" y="8906"/>
                </a:cubicBezTo>
                <a:cubicBezTo>
                  <a:pt x="10418" y="8882"/>
                  <a:pt x="10466" y="8835"/>
                  <a:pt x="10466" y="8787"/>
                </a:cubicBezTo>
                <a:cubicBezTo>
                  <a:pt x="10478" y="8728"/>
                  <a:pt x="10442" y="8692"/>
                  <a:pt x="10418" y="8644"/>
                </a:cubicBezTo>
                <a:lnTo>
                  <a:pt x="9335" y="7537"/>
                </a:lnTo>
                <a:cubicBezTo>
                  <a:pt x="9287" y="7501"/>
                  <a:pt x="9251" y="7454"/>
                  <a:pt x="9251" y="7406"/>
                </a:cubicBezTo>
                <a:cubicBezTo>
                  <a:pt x="9192" y="7263"/>
                  <a:pt x="9239" y="7108"/>
                  <a:pt x="9347" y="7001"/>
                </a:cubicBezTo>
                <a:cubicBezTo>
                  <a:pt x="9418" y="6930"/>
                  <a:pt x="9513" y="6882"/>
                  <a:pt x="9609" y="6882"/>
                </a:cubicBezTo>
                <a:cubicBezTo>
                  <a:pt x="9656" y="6882"/>
                  <a:pt x="9704" y="6906"/>
                  <a:pt x="9751" y="6918"/>
                </a:cubicBezTo>
                <a:cubicBezTo>
                  <a:pt x="9811" y="6942"/>
                  <a:pt x="9847" y="6965"/>
                  <a:pt x="9882" y="7001"/>
                </a:cubicBezTo>
                <a:lnTo>
                  <a:pt x="10966" y="8097"/>
                </a:lnTo>
                <a:cubicBezTo>
                  <a:pt x="11000" y="8122"/>
                  <a:pt x="11034" y="8142"/>
                  <a:pt x="11073" y="8142"/>
                </a:cubicBezTo>
                <a:cubicBezTo>
                  <a:pt x="11088" y="8142"/>
                  <a:pt x="11104" y="8139"/>
                  <a:pt x="11121" y="8132"/>
                </a:cubicBezTo>
                <a:cubicBezTo>
                  <a:pt x="11180" y="8120"/>
                  <a:pt x="11216" y="8097"/>
                  <a:pt x="11240" y="8049"/>
                </a:cubicBezTo>
                <a:cubicBezTo>
                  <a:pt x="11359" y="7799"/>
                  <a:pt x="11418" y="7537"/>
                  <a:pt x="11418" y="7275"/>
                </a:cubicBezTo>
                <a:cubicBezTo>
                  <a:pt x="11418" y="6858"/>
                  <a:pt x="11252" y="6430"/>
                  <a:pt x="10918" y="6084"/>
                </a:cubicBezTo>
                <a:cubicBezTo>
                  <a:pt x="10609" y="5751"/>
                  <a:pt x="10180" y="5549"/>
                  <a:pt x="9728" y="5513"/>
                </a:cubicBezTo>
                <a:lnTo>
                  <a:pt x="9632" y="5501"/>
                </a:lnTo>
                <a:lnTo>
                  <a:pt x="9609" y="5501"/>
                </a:lnTo>
                <a:cubicBezTo>
                  <a:pt x="9454" y="5501"/>
                  <a:pt x="9275" y="5537"/>
                  <a:pt x="9097" y="5596"/>
                </a:cubicBezTo>
                <a:lnTo>
                  <a:pt x="8954" y="5453"/>
                </a:lnTo>
                <a:cubicBezTo>
                  <a:pt x="9049" y="5215"/>
                  <a:pt x="9001" y="4953"/>
                  <a:pt x="8811" y="4763"/>
                </a:cubicBezTo>
                <a:lnTo>
                  <a:pt x="8799" y="4739"/>
                </a:lnTo>
                <a:cubicBezTo>
                  <a:pt x="8656" y="4608"/>
                  <a:pt x="8477" y="4548"/>
                  <a:pt x="8299" y="4548"/>
                </a:cubicBezTo>
                <a:cubicBezTo>
                  <a:pt x="8323" y="4370"/>
                  <a:pt x="8239" y="4191"/>
                  <a:pt x="8108" y="4060"/>
                </a:cubicBezTo>
                <a:lnTo>
                  <a:pt x="8096" y="4048"/>
                </a:lnTo>
                <a:cubicBezTo>
                  <a:pt x="7965" y="3906"/>
                  <a:pt x="7775" y="3846"/>
                  <a:pt x="7596" y="3846"/>
                </a:cubicBezTo>
                <a:cubicBezTo>
                  <a:pt x="7620" y="3667"/>
                  <a:pt x="7537" y="3489"/>
                  <a:pt x="7406" y="3358"/>
                </a:cubicBezTo>
                <a:lnTo>
                  <a:pt x="7394" y="3346"/>
                </a:lnTo>
                <a:cubicBezTo>
                  <a:pt x="7263" y="3215"/>
                  <a:pt x="7084" y="3155"/>
                  <a:pt x="6906" y="3155"/>
                </a:cubicBezTo>
                <a:cubicBezTo>
                  <a:pt x="6918" y="2977"/>
                  <a:pt x="6846" y="2798"/>
                  <a:pt x="6703" y="2655"/>
                </a:cubicBezTo>
                <a:lnTo>
                  <a:pt x="6692" y="2643"/>
                </a:lnTo>
                <a:cubicBezTo>
                  <a:pt x="6565" y="2516"/>
                  <a:pt x="6400" y="2453"/>
                  <a:pt x="6235" y="2453"/>
                </a:cubicBezTo>
                <a:cubicBezTo>
                  <a:pt x="6152" y="2453"/>
                  <a:pt x="6068" y="2469"/>
                  <a:pt x="5989" y="2501"/>
                </a:cubicBezTo>
                <a:lnTo>
                  <a:pt x="5858" y="2358"/>
                </a:lnTo>
                <a:cubicBezTo>
                  <a:pt x="5918" y="2179"/>
                  <a:pt x="5953" y="2001"/>
                  <a:pt x="5953" y="1846"/>
                </a:cubicBezTo>
                <a:lnTo>
                  <a:pt x="5953" y="1822"/>
                </a:lnTo>
                <a:lnTo>
                  <a:pt x="5930" y="1727"/>
                </a:lnTo>
                <a:cubicBezTo>
                  <a:pt x="5918" y="1465"/>
                  <a:pt x="5846" y="1215"/>
                  <a:pt x="5727" y="988"/>
                </a:cubicBezTo>
                <a:cubicBezTo>
                  <a:pt x="5693" y="937"/>
                  <a:pt x="5628" y="898"/>
                  <a:pt x="5567" y="898"/>
                </a:cubicBezTo>
                <a:cubicBezTo>
                  <a:pt x="5544" y="898"/>
                  <a:pt x="5521" y="904"/>
                  <a:pt x="5501" y="917"/>
                </a:cubicBezTo>
                <a:cubicBezTo>
                  <a:pt x="5429" y="965"/>
                  <a:pt x="5382" y="1072"/>
                  <a:pt x="5429" y="1143"/>
                </a:cubicBezTo>
                <a:cubicBezTo>
                  <a:pt x="5537" y="1334"/>
                  <a:pt x="5596" y="1524"/>
                  <a:pt x="5608" y="1739"/>
                </a:cubicBezTo>
                <a:lnTo>
                  <a:pt x="5620" y="1846"/>
                </a:lnTo>
                <a:cubicBezTo>
                  <a:pt x="5620" y="2001"/>
                  <a:pt x="5596" y="2167"/>
                  <a:pt x="5513" y="2346"/>
                </a:cubicBezTo>
                <a:cubicBezTo>
                  <a:pt x="5489" y="2405"/>
                  <a:pt x="5513" y="2477"/>
                  <a:pt x="5560" y="2524"/>
                </a:cubicBezTo>
                <a:lnTo>
                  <a:pt x="5727" y="2691"/>
                </a:lnTo>
                <a:lnTo>
                  <a:pt x="5001" y="3417"/>
                </a:lnTo>
                <a:lnTo>
                  <a:pt x="4834" y="3251"/>
                </a:lnTo>
                <a:cubicBezTo>
                  <a:pt x="4800" y="3225"/>
                  <a:pt x="4753" y="3205"/>
                  <a:pt x="4707" y="3205"/>
                </a:cubicBezTo>
                <a:cubicBezTo>
                  <a:pt x="4690" y="3205"/>
                  <a:pt x="4672" y="3208"/>
                  <a:pt x="4656" y="3215"/>
                </a:cubicBezTo>
                <a:cubicBezTo>
                  <a:pt x="4477" y="3274"/>
                  <a:pt x="4310" y="3298"/>
                  <a:pt x="4155" y="3298"/>
                </a:cubicBezTo>
                <a:lnTo>
                  <a:pt x="4048" y="3286"/>
                </a:lnTo>
                <a:cubicBezTo>
                  <a:pt x="3274" y="3227"/>
                  <a:pt x="2679" y="2584"/>
                  <a:pt x="2679" y="1822"/>
                </a:cubicBezTo>
                <a:cubicBezTo>
                  <a:pt x="2679" y="1691"/>
                  <a:pt x="2691" y="1560"/>
                  <a:pt x="2739" y="1429"/>
                </a:cubicBezTo>
                <a:lnTo>
                  <a:pt x="3644" y="2334"/>
                </a:lnTo>
                <a:cubicBezTo>
                  <a:pt x="3703" y="2405"/>
                  <a:pt x="3798" y="2453"/>
                  <a:pt x="3894" y="2501"/>
                </a:cubicBezTo>
                <a:cubicBezTo>
                  <a:pt x="3989" y="2524"/>
                  <a:pt x="4060" y="2536"/>
                  <a:pt x="4155" y="2536"/>
                </a:cubicBezTo>
                <a:cubicBezTo>
                  <a:pt x="4346" y="2536"/>
                  <a:pt x="4525" y="2465"/>
                  <a:pt x="4656" y="2334"/>
                </a:cubicBezTo>
                <a:cubicBezTo>
                  <a:pt x="4846" y="2143"/>
                  <a:pt x="4929" y="1846"/>
                  <a:pt x="4822" y="1572"/>
                </a:cubicBezTo>
                <a:lnTo>
                  <a:pt x="4822" y="1560"/>
                </a:lnTo>
                <a:cubicBezTo>
                  <a:pt x="4787" y="1489"/>
                  <a:pt x="4751" y="1393"/>
                  <a:pt x="4656" y="1310"/>
                </a:cubicBezTo>
                <a:lnTo>
                  <a:pt x="3751" y="393"/>
                </a:lnTo>
                <a:cubicBezTo>
                  <a:pt x="3882" y="357"/>
                  <a:pt x="4013" y="334"/>
                  <a:pt x="4144" y="334"/>
                </a:cubicBezTo>
                <a:cubicBezTo>
                  <a:pt x="4489" y="334"/>
                  <a:pt x="4798" y="441"/>
                  <a:pt x="5060" y="655"/>
                </a:cubicBezTo>
                <a:cubicBezTo>
                  <a:pt x="5088" y="678"/>
                  <a:pt x="5121" y="689"/>
                  <a:pt x="5155" y="689"/>
                </a:cubicBezTo>
                <a:cubicBezTo>
                  <a:pt x="5208" y="689"/>
                  <a:pt x="5262" y="663"/>
                  <a:pt x="5298" y="619"/>
                </a:cubicBezTo>
                <a:cubicBezTo>
                  <a:pt x="5358" y="548"/>
                  <a:pt x="5346" y="441"/>
                  <a:pt x="5263" y="381"/>
                </a:cubicBezTo>
                <a:cubicBezTo>
                  <a:pt x="4941" y="131"/>
                  <a:pt x="4548" y="0"/>
                  <a:pt x="415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32"/>
          <p:cNvGrpSpPr/>
          <p:nvPr/>
        </p:nvGrpSpPr>
        <p:grpSpPr>
          <a:xfrm rot="10800000">
            <a:off x="3188769" y="4079806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9C8BE107-95E2-4ADA-57DD-4795425B1667}"/>
              </a:ext>
            </a:extLst>
          </p:cNvPr>
          <p:cNvGrpSpPr/>
          <p:nvPr/>
        </p:nvGrpSpPr>
        <p:grpSpPr>
          <a:xfrm>
            <a:off x="1155044" y="1296865"/>
            <a:ext cx="6714199" cy="624003"/>
            <a:chOff x="1038471" y="1714836"/>
            <a:chExt cx="6714199" cy="624003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30C81BB5-6402-C017-250E-D0E935FEB5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8471" y="1859360"/>
              <a:ext cx="950705" cy="4794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D0955D92-5F71-6DB3-7000-7C6F82B2510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5919" y="1879253"/>
              <a:ext cx="1425004" cy="430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FAEA686B-4B89-3362-55CA-C564A5437D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27666" y="1714836"/>
              <a:ext cx="1425004" cy="5761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EC04A56E-F388-3694-4776-85997D8E6A66}"/>
              </a:ext>
            </a:extLst>
          </p:cNvPr>
          <p:cNvCxnSpPr>
            <a:cxnSpLocks/>
            <a:stCxn id="1026" idx="2"/>
          </p:cNvCxnSpPr>
          <p:nvPr/>
        </p:nvCxnSpPr>
        <p:spPr>
          <a:xfrm>
            <a:off x="1630397" y="1920868"/>
            <a:ext cx="0" cy="12744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01138553-4DC8-3E0E-7DA9-2FFC930BB5E6}"/>
              </a:ext>
            </a:extLst>
          </p:cNvPr>
          <p:cNvCxnSpPr>
            <a:cxnSpLocks/>
          </p:cNvCxnSpPr>
          <p:nvPr/>
        </p:nvCxnSpPr>
        <p:spPr>
          <a:xfrm flipV="1">
            <a:off x="1630396" y="3187796"/>
            <a:ext cx="2029258" cy="7535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B6C9BF8F-18FC-7274-A887-1423413AB60A}"/>
              </a:ext>
            </a:extLst>
          </p:cNvPr>
          <p:cNvCxnSpPr>
            <a:cxnSpLocks/>
          </p:cNvCxnSpPr>
          <p:nvPr/>
        </p:nvCxnSpPr>
        <p:spPr>
          <a:xfrm>
            <a:off x="7061378" y="1934518"/>
            <a:ext cx="0" cy="1274463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7421551C-70A7-E97A-9432-09EE831B61F0}"/>
              </a:ext>
            </a:extLst>
          </p:cNvPr>
          <p:cNvCxnSpPr>
            <a:cxnSpLocks/>
          </p:cNvCxnSpPr>
          <p:nvPr/>
        </p:nvCxnSpPr>
        <p:spPr>
          <a:xfrm flipH="1">
            <a:off x="4987496" y="3208981"/>
            <a:ext cx="2073881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8B6D2EEB-49E0-8534-9CF5-1F7B98105D8F}"/>
              </a:ext>
            </a:extLst>
          </p:cNvPr>
          <p:cNvCxnSpPr>
            <a:cxnSpLocks/>
          </p:cNvCxnSpPr>
          <p:nvPr/>
        </p:nvCxnSpPr>
        <p:spPr>
          <a:xfrm>
            <a:off x="4274994" y="1934518"/>
            <a:ext cx="0" cy="707921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8" name="Groupe 47">
            <a:extLst>
              <a:ext uri="{FF2B5EF4-FFF2-40B4-BE49-F238E27FC236}">
                <a16:creationId xmlns:a16="http://schemas.microsoft.com/office/drawing/2014/main" id="{DE6354B2-E771-E8E5-CB6A-3A513F7FA06D}"/>
              </a:ext>
            </a:extLst>
          </p:cNvPr>
          <p:cNvGrpSpPr/>
          <p:nvPr/>
        </p:nvGrpSpPr>
        <p:grpSpPr>
          <a:xfrm>
            <a:off x="3603334" y="2727339"/>
            <a:ext cx="1665324" cy="1006021"/>
            <a:chOff x="3603334" y="2727339"/>
            <a:chExt cx="1665324" cy="1006021"/>
          </a:xfrm>
        </p:grpSpPr>
        <p:grpSp>
          <p:nvGrpSpPr>
            <p:cNvPr id="7" name="Google Shape;10602;p64">
              <a:extLst>
                <a:ext uri="{FF2B5EF4-FFF2-40B4-BE49-F238E27FC236}">
                  <a16:creationId xmlns:a16="http://schemas.microsoft.com/office/drawing/2014/main" id="{3783ADF6-D80E-7430-4388-85983FCAE4AB}"/>
                </a:ext>
              </a:extLst>
            </p:cNvPr>
            <p:cNvGrpSpPr/>
            <p:nvPr/>
          </p:nvGrpSpPr>
          <p:grpSpPr>
            <a:xfrm>
              <a:off x="3958116" y="2727339"/>
              <a:ext cx="794129" cy="657845"/>
              <a:chOff x="4876767" y="2418014"/>
              <a:chExt cx="407773" cy="356622"/>
            </a:xfrm>
          </p:grpSpPr>
          <p:sp>
            <p:nvSpPr>
              <p:cNvPr id="8" name="Google Shape;10603;p64">
                <a:extLst>
                  <a:ext uri="{FF2B5EF4-FFF2-40B4-BE49-F238E27FC236}">
                    <a16:creationId xmlns:a16="http://schemas.microsoft.com/office/drawing/2014/main" id="{8509A0E5-887D-E188-400D-4D6D9C6DBD33}"/>
                  </a:ext>
                </a:extLst>
              </p:cNvPr>
              <p:cNvSpPr/>
              <p:nvPr/>
            </p:nvSpPr>
            <p:spPr>
              <a:xfrm>
                <a:off x="4876767" y="2455539"/>
                <a:ext cx="407773" cy="319097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10026" extrusionOk="0">
                    <a:moveTo>
                      <a:pt x="3608" y="393"/>
                    </a:moveTo>
                    <a:cubicBezTo>
                      <a:pt x="3942" y="393"/>
                      <a:pt x="4216" y="619"/>
                      <a:pt x="4216" y="905"/>
                    </a:cubicBezTo>
                    <a:lnTo>
                      <a:pt x="4216" y="929"/>
                    </a:lnTo>
                    <a:cubicBezTo>
                      <a:pt x="4025" y="857"/>
                      <a:pt x="3811" y="810"/>
                      <a:pt x="3608" y="810"/>
                    </a:cubicBezTo>
                    <a:cubicBezTo>
                      <a:pt x="3382" y="810"/>
                      <a:pt x="3192" y="857"/>
                      <a:pt x="2989" y="929"/>
                    </a:cubicBezTo>
                    <a:lnTo>
                      <a:pt x="2989" y="905"/>
                    </a:lnTo>
                    <a:cubicBezTo>
                      <a:pt x="2989" y="619"/>
                      <a:pt x="3275" y="393"/>
                      <a:pt x="3608" y="393"/>
                    </a:cubicBezTo>
                    <a:close/>
                    <a:moveTo>
                      <a:pt x="3620" y="1179"/>
                    </a:moveTo>
                    <a:cubicBezTo>
                      <a:pt x="4287" y="1179"/>
                      <a:pt x="4835" y="1739"/>
                      <a:pt x="4835" y="2405"/>
                    </a:cubicBezTo>
                    <a:cubicBezTo>
                      <a:pt x="4835" y="2536"/>
                      <a:pt x="4823" y="2655"/>
                      <a:pt x="4775" y="2774"/>
                    </a:cubicBezTo>
                    <a:cubicBezTo>
                      <a:pt x="4239" y="2239"/>
                      <a:pt x="3299" y="2012"/>
                      <a:pt x="3263" y="2012"/>
                    </a:cubicBezTo>
                    <a:cubicBezTo>
                      <a:pt x="3248" y="2009"/>
                      <a:pt x="3233" y="2008"/>
                      <a:pt x="3219" y="2008"/>
                    </a:cubicBezTo>
                    <a:cubicBezTo>
                      <a:pt x="3174" y="2008"/>
                      <a:pt x="3132" y="2021"/>
                      <a:pt x="3096" y="2048"/>
                    </a:cubicBezTo>
                    <a:cubicBezTo>
                      <a:pt x="3049" y="2072"/>
                      <a:pt x="3025" y="2131"/>
                      <a:pt x="3037" y="2191"/>
                    </a:cubicBezTo>
                    <a:cubicBezTo>
                      <a:pt x="3037" y="2215"/>
                      <a:pt x="3025" y="2322"/>
                      <a:pt x="2882" y="2465"/>
                    </a:cubicBezTo>
                    <a:cubicBezTo>
                      <a:pt x="2811" y="2536"/>
                      <a:pt x="2811" y="2655"/>
                      <a:pt x="2882" y="2727"/>
                    </a:cubicBezTo>
                    <a:cubicBezTo>
                      <a:pt x="2924" y="2768"/>
                      <a:pt x="2974" y="2789"/>
                      <a:pt x="3023" y="2789"/>
                    </a:cubicBezTo>
                    <a:cubicBezTo>
                      <a:pt x="3073" y="2789"/>
                      <a:pt x="3120" y="2768"/>
                      <a:pt x="3156" y="2727"/>
                    </a:cubicBezTo>
                    <a:cubicBezTo>
                      <a:pt x="3263" y="2631"/>
                      <a:pt x="3323" y="2524"/>
                      <a:pt x="3358" y="2429"/>
                    </a:cubicBezTo>
                    <a:cubicBezTo>
                      <a:pt x="3680" y="2524"/>
                      <a:pt x="4335" y="2762"/>
                      <a:pt x="4632" y="3179"/>
                    </a:cubicBezTo>
                    <a:cubicBezTo>
                      <a:pt x="4537" y="3655"/>
                      <a:pt x="4120" y="4013"/>
                      <a:pt x="3632" y="4013"/>
                    </a:cubicBezTo>
                    <a:cubicBezTo>
                      <a:pt x="3624" y="4013"/>
                      <a:pt x="3616" y="4013"/>
                      <a:pt x="3608" y="4013"/>
                    </a:cubicBezTo>
                    <a:cubicBezTo>
                      <a:pt x="3083" y="4013"/>
                      <a:pt x="2655" y="3636"/>
                      <a:pt x="2608" y="3120"/>
                    </a:cubicBezTo>
                    <a:cubicBezTo>
                      <a:pt x="2608" y="3084"/>
                      <a:pt x="2596" y="3060"/>
                      <a:pt x="2572" y="3048"/>
                    </a:cubicBezTo>
                    <a:cubicBezTo>
                      <a:pt x="2453" y="2846"/>
                      <a:pt x="2394" y="2631"/>
                      <a:pt x="2394" y="2405"/>
                    </a:cubicBezTo>
                    <a:cubicBezTo>
                      <a:pt x="2394" y="1739"/>
                      <a:pt x="2953" y="1179"/>
                      <a:pt x="3620" y="1179"/>
                    </a:cubicBezTo>
                    <a:close/>
                    <a:moveTo>
                      <a:pt x="4013" y="4334"/>
                    </a:moveTo>
                    <a:lnTo>
                      <a:pt x="4013" y="4536"/>
                    </a:lnTo>
                    <a:cubicBezTo>
                      <a:pt x="4025" y="4596"/>
                      <a:pt x="4037" y="4667"/>
                      <a:pt x="4061" y="4715"/>
                    </a:cubicBezTo>
                    <a:lnTo>
                      <a:pt x="3882" y="4870"/>
                    </a:lnTo>
                    <a:cubicBezTo>
                      <a:pt x="3805" y="4947"/>
                      <a:pt x="3701" y="4986"/>
                      <a:pt x="3598" y="4986"/>
                    </a:cubicBezTo>
                    <a:cubicBezTo>
                      <a:pt x="3495" y="4986"/>
                      <a:pt x="3394" y="4947"/>
                      <a:pt x="3323" y="4870"/>
                    </a:cubicBezTo>
                    <a:lnTo>
                      <a:pt x="3144" y="4715"/>
                    </a:lnTo>
                    <a:cubicBezTo>
                      <a:pt x="3168" y="4656"/>
                      <a:pt x="3180" y="4596"/>
                      <a:pt x="3180" y="4536"/>
                    </a:cubicBezTo>
                    <a:lnTo>
                      <a:pt x="3180" y="4334"/>
                    </a:lnTo>
                    <a:cubicBezTo>
                      <a:pt x="3323" y="4382"/>
                      <a:pt x="3454" y="4394"/>
                      <a:pt x="3596" y="4394"/>
                    </a:cubicBezTo>
                    <a:cubicBezTo>
                      <a:pt x="3751" y="4394"/>
                      <a:pt x="3882" y="4382"/>
                      <a:pt x="4013" y="4334"/>
                    </a:cubicBezTo>
                    <a:close/>
                    <a:moveTo>
                      <a:pt x="6013" y="5977"/>
                    </a:moveTo>
                    <a:lnTo>
                      <a:pt x="6013" y="5989"/>
                    </a:lnTo>
                    <a:lnTo>
                      <a:pt x="6025" y="7596"/>
                    </a:lnTo>
                    <a:cubicBezTo>
                      <a:pt x="6025" y="7596"/>
                      <a:pt x="6025" y="7608"/>
                      <a:pt x="6013" y="7608"/>
                    </a:cubicBezTo>
                    <a:lnTo>
                      <a:pt x="3620" y="7608"/>
                    </a:lnTo>
                    <a:cubicBezTo>
                      <a:pt x="3620" y="7608"/>
                      <a:pt x="3608" y="7608"/>
                      <a:pt x="3608" y="7596"/>
                    </a:cubicBezTo>
                    <a:lnTo>
                      <a:pt x="3608" y="5989"/>
                    </a:lnTo>
                    <a:cubicBezTo>
                      <a:pt x="3608" y="5989"/>
                      <a:pt x="3608" y="5977"/>
                      <a:pt x="3620" y="5977"/>
                    </a:cubicBezTo>
                    <a:close/>
                    <a:moveTo>
                      <a:pt x="4358" y="4941"/>
                    </a:moveTo>
                    <a:lnTo>
                      <a:pt x="4989" y="5263"/>
                    </a:lnTo>
                    <a:cubicBezTo>
                      <a:pt x="5120" y="5334"/>
                      <a:pt x="5216" y="5465"/>
                      <a:pt x="5216" y="5620"/>
                    </a:cubicBezTo>
                    <a:lnTo>
                      <a:pt x="3608" y="5620"/>
                    </a:lnTo>
                    <a:cubicBezTo>
                      <a:pt x="3394" y="5620"/>
                      <a:pt x="3215" y="5799"/>
                      <a:pt x="3215" y="6001"/>
                    </a:cubicBezTo>
                    <a:lnTo>
                      <a:pt x="3215" y="6822"/>
                    </a:lnTo>
                    <a:lnTo>
                      <a:pt x="2787" y="6822"/>
                    </a:lnTo>
                    <a:lnTo>
                      <a:pt x="2787" y="6060"/>
                    </a:lnTo>
                    <a:cubicBezTo>
                      <a:pt x="2787" y="5965"/>
                      <a:pt x="2692" y="5870"/>
                      <a:pt x="2596" y="5870"/>
                    </a:cubicBezTo>
                    <a:cubicBezTo>
                      <a:pt x="2489" y="5870"/>
                      <a:pt x="2394" y="5965"/>
                      <a:pt x="2394" y="6060"/>
                    </a:cubicBezTo>
                    <a:lnTo>
                      <a:pt x="2394" y="7013"/>
                    </a:lnTo>
                    <a:cubicBezTo>
                      <a:pt x="2394" y="7120"/>
                      <a:pt x="2489" y="7203"/>
                      <a:pt x="2596" y="7203"/>
                    </a:cubicBezTo>
                    <a:lnTo>
                      <a:pt x="3203" y="7203"/>
                    </a:lnTo>
                    <a:lnTo>
                      <a:pt x="3203" y="7620"/>
                    </a:lnTo>
                    <a:lnTo>
                      <a:pt x="3203" y="7644"/>
                    </a:lnTo>
                    <a:lnTo>
                      <a:pt x="2382" y="7644"/>
                    </a:lnTo>
                    <a:cubicBezTo>
                      <a:pt x="2156" y="7644"/>
                      <a:pt x="1965" y="7465"/>
                      <a:pt x="1965" y="7227"/>
                    </a:cubicBezTo>
                    <a:lnTo>
                      <a:pt x="1965" y="5632"/>
                    </a:lnTo>
                    <a:lnTo>
                      <a:pt x="2001" y="5632"/>
                    </a:lnTo>
                    <a:cubicBezTo>
                      <a:pt x="2001" y="5465"/>
                      <a:pt x="2084" y="5334"/>
                      <a:pt x="2215" y="5263"/>
                    </a:cubicBezTo>
                    <a:lnTo>
                      <a:pt x="2846" y="4941"/>
                    </a:lnTo>
                    <a:lnTo>
                      <a:pt x="3073" y="5156"/>
                    </a:lnTo>
                    <a:cubicBezTo>
                      <a:pt x="3215" y="5298"/>
                      <a:pt x="3406" y="5382"/>
                      <a:pt x="3608" y="5382"/>
                    </a:cubicBezTo>
                    <a:cubicBezTo>
                      <a:pt x="3799" y="5382"/>
                      <a:pt x="3989" y="5298"/>
                      <a:pt x="4144" y="5156"/>
                    </a:cubicBezTo>
                    <a:lnTo>
                      <a:pt x="4358" y="4941"/>
                    </a:lnTo>
                    <a:close/>
                    <a:moveTo>
                      <a:pt x="12026" y="7989"/>
                    </a:moveTo>
                    <a:lnTo>
                      <a:pt x="12026" y="8418"/>
                    </a:lnTo>
                    <a:lnTo>
                      <a:pt x="787" y="8418"/>
                    </a:lnTo>
                    <a:lnTo>
                      <a:pt x="787" y="7989"/>
                    </a:lnTo>
                    <a:close/>
                    <a:moveTo>
                      <a:pt x="3608" y="0"/>
                    </a:moveTo>
                    <a:cubicBezTo>
                      <a:pt x="3049" y="0"/>
                      <a:pt x="2620" y="405"/>
                      <a:pt x="2620" y="893"/>
                    </a:cubicBezTo>
                    <a:cubicBezTo>
                      <a:pt x="2620" y="977"/>
                      <a:pt x="2632" y="1060"/>
                      <a:pt x="2656" y="1131"/>
                    </a:cubicBezTo>
                    <a:cubicBezTo>
                      <a:pt x="2263" y="1417"/>
                      <a:pt x="2013" y="1881"/>
                      <a:pt x="2013" y="2405"/>
                    </a:cubicBezTo>
                    <a:cubicBezTo>
                      <a:pt x="2013" y="2679"/>
                      <a:pt x="2084" y="2953"/>
                      <a:pt x="2215" y="3191"/>
                    </a:cubicBezTo>
                    <a:cubicBezTo>
                      <a:pt x="2275" y="3596"/>
                      <a:pt x="2501" y="3917"/>
                      <a:pt x="2799" y="4144"/>
                    </a:cubicBezTo>
                    <a:lnTo>
                      <a:pt x="2799" y="4525"/>
                    </a:lnTo>
                    <a:lnTo>
                      <a:pt x="2799" y="4548"/>
                    </a:lnTo>
                    <a:lnTo>
                      <a:pt x="2037" y="4917"/>
                    </a:lnTo>
                    <a:cubicBezTo>
                      <a:pt x="1775" y="5048"/>
                      <a:pt x="1608" y="5322"/>
                      <a:pt x="1608" y="5620"/>
                    </a:cubicBezTo>
                    <a:lnTo>
                      <a:pt x="1608" y="7215"/>
                    </a:lnTo>
                    <a:cubicBezTo>
                      <a:pt x="1608" y="7358"/>
                      <a:pt x="1656" y="7513"/>
                      <a:pt x="1727" y="7632"/>
                    </a:cubicBezTo>
                    <a:lnTo>
                      <a:pt x="191" y="7632"/>
                    </a:lnTo>
                    <a:cubicBezTo>
                      <a:pt x="96" y="7632"/>
                      <a:pt x="1" y="7715"/>
                      <a:pt x="1" y="7823"/>
                    </a:cubicBezTo>
                    <a:cubicBezTo>
                      <a:pt x="1" y="7930"/>
                      <a:pt x="96" y="8013"/>
                      <a:pt x="191" y="8013"/>
                    </a:cubicBezTo>
                    <a:lnTo>
                      <a:pt x="406" y="8013"/>
                    </a:lnTo>
                    <a:lnTo>
                      <a:pt x="406" y="9835"/>
                    </a:lnTo>
                    <a:cubicBezTo>
                      <a:pt x="406" y="9930"/>
                      <a:pt x="489" y="10025"/>
                      <a:pt x="596" y="10025"/>
                    </a:cubicBezTo>
                    <a:cubicBezTo>
                      <a:pt x="703" y="10025"/>
                      <a:pt x="787" y="9930"/>
                      <a:pt x="787" y="9835"/>
                    </a:cubicBezTo>
                    <a:lnTo>
                      <a:pt x="787" y="8823"/>
                    </a:lnTo>
                    <a:lnTo>
                      <a:pt x="12026" y="8823"/>
                    </a:lnTo>
                    <a:lnTo>
                      <a:pt x="12026" y="9835"/>
                    </a:lnTo>
                    <a:cubicBezTo>
                      <a:pt x="12026" y="9930"/>
                      <a:pt x="12121" y="10025"/>
                      <a:pt x="12217" y="10025"/>
                    </a:cubicBezTo>
                    <a:cubicBezTo>
                      <a:pt x="12324" y="10025"/>
                      <a:pt x="12419" y="9930"/>
                      <a:pt x="12419" y="9835"/>
                    </a:cubicBezTo>
                    <a:lnTo>
                      <a:pt x="12419" y="8013"/>
                    </a:lnTo>
                    <a:lnTo>
                      <a:pt x="12621" y="8013"/>
                    </a:lnTo>
                    <a:cubicBezTo>
                      <a:pt x="12728" y="8013"/>
                      <a:pt x="12812" y="7930"/>
                      <a:pt x="12812" y="7823"/>
                    </a:cubicBezTo>
                    <a:cubicBezTo>
                      <a:pt x="12800" y="7704"/>
                      <a:pt x="12717" y="7632"/>
                      <a:pt x="12609" y="7632"/>
                    </a:cubicBezTo>
                    <a:lnTo>
                      <a:pt x="6406" y="7632"/>
                    </a:lnTo>
                    <a:lnTo>
                      <a:pt x="6406" y="7608"/>
                    </a:lnTo>
                    <a:lnTo>
                      <a:pt x="6406" y="6001"/>
                    </a:lnTo>
                    <a:cubicBezTo>
                      <a:pt x="6406" y="5799"/>
                      <a:pt x="6228" y="5620"/>
                      <a:pt x="6013" y="5620"/>
                    </a:cubicBezTo>
                    <a:lnTo>
                      <a:pt x="5597" y="5620"/>
                    </a:lnTo>
                    <a:cubicBezTo>
                      <a:pt x="5597" y="5322"/>
                      <a:pt x="5430" y="5048"/>
                      <a:pt x="5168" y="4917"/>
                    </a:cubicBezTo>
                    <a:lnTo>
                      <a:pt x="4406" y="4548"/>
                    </a:lnTo>
                    <a:lnTo>
                      <a:pt x="4406" y="4525"/>
                    </a:lnTo>
                    <a:lnTo>
                      <a:pt x="4406" y="4144"/>
                    </a:lnTo>
                    <a:cubicBezTo>
                      <a:pt x="4716" y="3929"/>
                      <a:pt x="4942" y="3596"/>
                      <a:pt x="4989" y="3191"/>
                    </a:cubicBezTo>
                    <a:cubicBezTo>
                      <a:pt x="5120" y="2953"/>
                      <a:pt x="5192" y="2667"/>
                      <a:pt x="5192" y="2405"/>
                    </a:cubicBezTo>
                    <a:cubicBezTo>
                      <a:pt x="5192" y="1881"/>
                      <a:pt x="4942" y="1417"/>
                      <a:pt x="4561" y="1131"/>
                    </a:cubicBezTo>
                    <a:cubicBezTo>
                      <a:pt x="4585" y="1060"/>
                      <a:pt x="4585" y="988"/>
                      <a:pt x="4585" y="893"/>
                    </a:cubicBezTo>
                    <a:cubicBezTo>
                      <a:pt x="4585" y="405"/>
                      <a:pt x="4144" y="0"/>
                      <a:pt x="36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9" name="Google Shape;10604;p64">
                <a:extLst>
                  <a:ext uri="{FF2B5EF4-FFF2-40B4-BE49-F238E27FC236}">
                    <a16:creationId xmlns:a16="http://schemas.microsoft.com/office/drawing/2014/main" id="{26B1E955-B364-905A-650C-E2AC02FEDBD1}"/>
                  </a:ext>
                </a:extLst>
              </p:cNvPr>
              <p:cNvSpPr/>
              <p:nvPr/>
            </p:nvSpPr>
            <p:spPr>
              <a:xfrm>
                <a:off x="5016999" y="2666234"/>
                <a:ext cx="25016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82" extrusionOk="0">
                    <a:moveTo>
                      <a:pt x="191" y="0"/>
                    </a:moveTo>
                    <a:cubicBezTo>
                      <a:pt x="83" y="0"/>
                      <a:pt x="0" y="83"/>
                      <a:pt x="0" y="191"/>
                    </a:cubicBezTo>
                    <a:cubicBezTo>
                      <a:pt x="0" y="298"/>
                      <a:pt x="83" y="381"/>
                      <a:pt x="191" y="381"/>
                    </a:cubicBezTo>
                    <a:lnTo>
                      <a:pt x="595" y="381"/>
                    </a:lnTo>
                    <a:cubicBezTo>
                      <a:pt x="702" y="381"/>
                      <a:pt x="786" y="298"/>
                      <a:pt x="786" y="191"/>
                    </a:cubicBezTo>
                    <a:cubicBezTo>
                      <a:pt x="786" y="83"/>
                      <a:pt x="702" y="0"/>
                      <a:pt x="5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" name="Google Shape;10605;p64">
                <a:extLst>
                  <a:ext uri="{FF2B5EF4-FFF2-40B4-BE49-F238E27FC236}">
                    <a16:creationId xmlns:a16="http://schemas.microsoft.com/office/drawing/2014/main" id="{FE8CA750-3825-FD83-2645-F22F6AD01631}"/>
                  </a:ext>
                </a:extLst>
              </p:cNvPr>
              <p:cNvSpPr/>
              <p:nvPr/>
            </p:nvSpPr>
            <p:spPr>
              <a:xfrm>
                <a:off x="5068141" y="2418014"/>
                <a:ext cx="203154" cy="198218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6228" extrusionOk="0">
                    <a:moveTo>
                      <a:pt x="5608" y="346"/>
                    </a:moveTo>
                    <a:cubicBezTo>
                      <a:pt x="5834" y="346"/>
                      <a:pt x="6025" y="524"/>
                      <a:pt x="6025" y="762"/>
                    </a:cubicBezTo>
                    <a:lnTo>
                      <a:pt x="6025" y="3989"/>
                    </a:lnTo>
                    <a:lnTo>
                      <a:pt x="6013" y="3989"/>
                    </a:lnTo>
                    <a:cubicBezTo>
                      <a:pt x="6013" y="4203"/>
                      <a:pt x="5834" y="4406"/>
                      <a:pt x="5596" y="4406"/>
                    </a:cubicBezTo>
                    <a:lnTo>
                      <a:pt x="3203" y="4406"/>
                    </a:lnTo>
                    <a:cubicBezTo>
                      <a:pt x="3156" y="4406"/>
                      <a:pt x="3132" y="4418"/>
                      <a:pt x="3096" y="4430"/>
                    </a:cubicBezTo>
                    <a:lnTo>
                      <a:pt x="1310" y="5727"/>
                    </a:lnTo>
                    <a:lnTo>
                      <a:pt x="1584" y="4620"/>
                    </a:lnTo>
                    <a:cubicBezTo>
                      <a:pt x="1596" y="4561"/>
                      <a:pt x="1584" y="4501"/>
                      <a:pt x="1548" y="4465"/>
                    </a:cubicBezTo>
                    <a:cubicBezTo>
                      <a:pt x="1512" y="4418"/>
                      <a:pt x="1465" y="4382"/>
                      <a:pt x="1405" y="4382"/>
                    </a:cubicBezTo>
                    <a:lnTo>
                      <a:pt x="810" y="4382"/>
                    </a:lnTo>
                    <a:cubicBezTo>
                      <a:pt x="584" y="4382"/>
                      <a:pt x="393" y="4203"/>
                      <a:pt x="393" y="3965"/>
                    </a:cubicBezTo>
                    <a:lnTo>
                      <a:pt x="393" y="762"/>
                    </a:lnTo>
                    <a:cubicBezTo>
                      <a:pt x="393" y="548"/>
                      <a:pt x="572" y="346"/>
                      <a:pt x="810" y="346"/>
                    </a:cubicBezTo>
                    <a:close/>
                    <a:moveTo>
                      <a:pt x="786" y="0"/>
                    </a:moveTo>
                    <a:cubicBezTo>
                      <a:pt x="358" y="0"/>
                      <a:pt x="0" y="358"/>
                      <a:pt x="0" y="786"/>
                    </a:cubicBezTo>
                    <a:lnTo>
                      <a:pt x="0" y="3989"/>
                    </a:lnTo>
                    <a:cubicBezTo>
                      <a:pt x="0" y="4418"/>
                      <a:pt x="358" y="4775"/>
                      <a:pt x="786" y="4775"/>
                    </a:cubicBezTo>
                    <a:lnTo>
                      <a:pt x="1143" y="4775"/>
                    </a:lnTo>
                    <a:lnTo>
                      <a:pt x="881" y="5870"/>
                    </a:lnTo>
                    <a:cubicBezTo>
                      <a:pt x="846" y="5989"/>
                      <a:pt x="893" y="6108"/>
                      <a:pt x="1000" y="6192"/>
                    </a:cubicBezTo>
                    <a:cubicBezTo>
                      <a:pt x="1048" y="6216"/>
                      <a:pt x="1108" y="6227"/>
                      <a:pt x="1167" y="6227"/>
                    </a:cubicBezTo>
                    <a:cubicBezTo>
                      <a:pt x="1227" y="6227"/>
                      <a:pt x="1286" y="6216"/>
                      <a:pt x="1322" y="6168"/>
                    </a:cubicBezTo>
                    <a:lnTo>
                      <a:pt x="3263" y="4775"/>
                    </a:lnTo>
                    <a:lnTo>
                      <a:pt x="5596" y="4775"/>
                    </a:lnTo>
                    <a:cubicBezTo>
                      <a:pt x="6025" y="4775"/>
                      <a:pt x="6382" y="4418"/>
                      <a:pt x="6382" y="3989"/>
                    </a:cubicBezTo>
                    <a:lnTo>
                      <a:pt x="6382" y="786"/>
                    </a:lnTo>
                    <a:cubicBezTo>
                      <a:pt x="6382" y="358"/>
                      <a:pt x="6025" y="0"/>
                      <a:pt x="5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1" name="Google Shape;10606;p64">
                <a:extLst>
                  <a:ext uri="{FF2B5EF4-FFF2-40B4-BE49-F238E27FC236}">
                    <a16:creationId xmlns:a16="http://schemas.microsoft.com/office/drawing/2014/main" id="{27645A60-9E64-A6DD-24B3-EF19ACA98173}"/>
                  </a:ext>
                </a:extLst>
              </p:cNvPr>
              <p:cNvSpPr/>
              <p:nvPr/>
            </p:nvSpPr>
            <p:spPr>
              <a:xfrm>
                <a:off x="5106397" y="2456302"/>
                <a:ext cx="31509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799" y="381"/>
                    </a:lnTo>
                    <a:cubicBezTo>
                      <a:pt x="894" y="381"/>
                      <a:pt x="989" y="298"/>
                      <a:pt x="989" y="191"/>
                    </a:cubicBezTo>
                    <a:cubicBezTo>
                      <a:pt x="989" y="83"/>
                      <a:pt x="894" y="0"/>
                      <a:pt x="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2" name="Google Shape;10607;p64">
                <a:extLst>
                  <a:ext uri="{FF2B5EF4-FFF2-40B4-BE49-F238E27FC236}">
                    <a16:creationId xmlns:a16="http://schemas.microsoft.com/office/drawing/2014/main" id="{78A9DB29-BCD7-5DB8-E33B-3EA328AA293B}"/>
                  </a:ext>
                </a:extLst>
              </p:cNvPr>
              <p:cNvSpPr/>
              <p:nvPr/>
            </p:nvSpPr>
            <p:spPr>
              <a:xfrm>
                <a:off x="5151115" y="2456295"/>
                <a:ext cx="82273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2" extrusionOk="0">
                    <a:moveTo>
                      <a:pt x="191" y="0"/>
                    </a:moveTo>
                    <a:cubicBezTo>
                      <a:pt x="84" y="0"/>
                      <a:pt x="1" y="83"/>
                      <a:pt x="1" y="191"/>
                    </a:cubicBezTo>
                    <a:cubicBezTo>
                      <a:pt x="1" y="298"/>
                      <a:pt x="84" y="381"/>
                      <a:pt x="191" y="381"/>
                    </a:cubicBezTo>
                    <a:lnTo>
                      <a:pt x="2394" y="381"/>
                    </a:lnTo>
                    <a:cubicBezTo>
                      <a:pt x="2501" y="381"/>
                      <a:pt x="2584" y="298"/>
                      <a:pt x="2584" y="191"/>
                    </a:cubicBezTo>
                    <a:cubicBezTo>
                      <a:pt x="2584" y="83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3" name="Google Shape;10608;p64">
                <a:extLst>
                  <a:ext uri="{FF2B5EF4-FFF2-40B4-BE49-F238E27FC236}">
                    <a16:creationId xmlns:a16="http://schemas.microsoft.com/office/drawing/2014/main" id="{1ADEC8C0-483C-79E7-A79C-5B60FA6E9AD6}"/>
                  </a:ext>
                </a:extLst>
              </p:cNvPr>
              <p:cNvSpPr/>
              <p:nvPr/>
            </p:nvSpPr>
            <p:spPr>
              <a:xfrm>
                <a:off x="5106397" y="2488120"/>
                <a:ext cx="126992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3799" y="381"/>
                    </a:lnTo>
                    <a:cubicBezTo>
                      <a:pt x="3906" y="381"/>
                      <a:pt x="3989" y="298"/>
                      <a:pt x="3989" y="191"/>
                    </a:cubicBezTo>
                    <a:cubicBezTo>
                      <a:pt x="3978" y="83"/>
                      <a:pt x="3906" y="0"/>
                      <a:pt x="3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4" name="Google Shape;10609;p64">
                <a:extLst>
                  <a:ext uri="{FF2B5EF4-FFF2-40B4-BE49-F238E27FC236}">
                    <a16:creationId xmlns:a16="http://schemas.microsoft.com/office/drawing/2014/main" id="{9E1D43D0-3A5A-4AFE-6201-2775B42C8CE1}"/>
                  </a:ext>
                </a:extLst>
              </p:cNvPr>
              <p:cNvSpPr/>
              <p:nvPr/>
            </p:nvSpPr>
            <p:spPr>
              <a:xfrm>
                <a:off x="5106388" y="2519574"/>
                <a:ext cx="8265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394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cubicBezTo>
                      <a:pt x="1" y="298"/>
                      <a:pt x="96" y="393"/>
                      <a:pt x="203" y="393"/>
                    </a:cubicBezTo>
                    <a:lnTo>
                      <a:pt x="2394" y="393"/>
                    </a:lnTo>
                    <a:cubicBezTo>
                      <a:pt x="2501" y="393"/>
                      <a:pt x="2596" y="298"/>
                      <a:pt x="2596" y="203"/>
                    </a:cubicBezTo>
                    <a:cubicBezTo>
                      <a:pt x="2585" y="96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5" name="Google Shape;10610;p64">
                <a:extLst>
                  <a:ext uri="{FF2B5EF4-FFF2-40B4-BE49-F238E27FC236}">
                    <a16:creationId xmlns:a16="http://schemas.microsoft.com/office/drawing/2014/main" id="{F11906C5-E940-21E8-F440-F58BBE07B0A3}"/>
                  </a:ext>
                </a:extLst>
              </p:cNvPr>
              <p:cNvSpPr/>
              <p:nvPr/>
            </p:nvSpPr>
            <p:spPr>
              <a:xfrm>
                <a:off x="5202312" y="2519626"/>
                <a:ext cx="3109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394" extrusionOk="0">
                    <a:moveTo>
                      <a:pt x="191" y="0"/>
                    </a:moveTo>
                    <a:cubicBezTo>
                      <a:pt x="84" y="0"/>
                      <a:pt x="0" y="96"/>
                      <a:pt x="0" y="203"/>
                    </a:cubicBezTo>
                    <a:cubicBezTo>
                      <a:pt x="0" y="298"/>
                      <a:pt x="84" y="393"/>
                      <a:pt x="191" y="393"/>
                    </a:cubicBezTo>
                    <a:lnTo>
                      <a:pt x="786" y="393"/>
                    </a:lnTo>
                    <a:cubicBezTo>
                      <a:pt x="893" y="393"/>
                      <a:pt x="976" y="298"/>
                      <a:pt x="976" y="203"/>
                    </a:cubicBezTo>
                    <a:cubicBezTo>
                      <a:pt x="965" y="96"/>
                      <a:pt x="893" y="0"/>
                      <a:pt x="7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37064689-B477-7975-44F5-38F431DB1A84}"/>
                </a:ext>
              </a:extLst>
            </p:cNvPr>
            <p:cNvSpPr txBox="1"/>
            <p:nvPr/>
          </p:nvSpPr>
          <p:spPr>
            <a:xfrm>
              <a:off x="3603334" y="3425583"/>
              <a:ext cx="16653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Avis des clients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3395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32"/>
          <p:cNvGrpSpPr/>
          <p:nvPr/>
        </p:nvGrpSpPr>
        <p:grpSpPr>
          <a:xfrm rot="10800000">
            <a:off x="3188769" y="4079806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AB72EECF-B86A-5CF0-9616-5B67314B658F}"/>
              </a:ext>
            </a:extLst>
          </p:cNvPr>
          <p:cNvCxnSpPr>
            <a:cxnSpLocks/>
          </p:cNvCxnSpPr>
          <p:nvPr/>
        </p:nvCxnSpPr>
        <p:spPr>
          <a:xfrm>
            <a:off x="2500443" y="2645695"/>
            <a:ext cx="1565498" cy="399987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D62EF5AE-651D-EA07-CA5A-0ECD8FCC4041}"/>
              </a:ext>
            </a:extLst>
          </p:cNvPr>
          <p:cNvCxnSpPr>
            <a:cxnSpLocks/>
          </p:cNvCxnSpPr>
          <p:nvPr/>
        </p:nvCxnSpPr>
        <p:spPr>
          <a:xfrm flipV="1">
            <a:off x="2498939" y="1863436"/>
            <a:ext cx="1505813" cy="555193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9" name="Google Shape;9637;p62">
            <a:extLst>
              <a:ext uri="{FF2B5EF4-FFF2-40B4-BE49-F238E27FC236}">
                <a16:creationId xmlns:a16="http://schemas.microsoft.com/office/drawing/2014/main" id="{E9F8DE30-B7AD-6F1C-FC74-2FB6A8109317}"/>
              </a:ext>
            </a:extLst>
          </p:cNvPr>
          <p:cNvGrpSpPr/>
          <p:nvPr/>
        </p:nvGrpSpPr>
        <p:grpSpPr>
          <a:xfrm>
            <a:off x="4200912" y="2841878"/>
            <a:ext cx="538459" cy="530444"/>
            <a:chOff x="1408777" y="3680964"/>
            <a:chExt cx="357720" cy="355148"/>
          </a:xfrm>
          <a:solidFill>
            <a:srgbClr val="00B050"/>
          </a:solidFill>
        </p:grpSpPr>
        <p:sp>
          <p:nvSpPr>
            <p:cNvPr id="20" name="Google Shape;9638;p62">
              <a:extLst>
                <a:ext uri="{FF2B5EF4-FFF2-40B4-BE49-F238E27FC236}">
                  <a16:creationId xmlns:a16="http://schemas.microsoft.com/office/drawing/2014/main" id="{44A8D04C-2170-A9A1-400F-CC3A2FC57C12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639;p62">
              <a:extLst>
                <a:ext uri="{FF2B5EF4-FFF2-40B4-BE49-F238E27FC236}">
                  <a16:creationId xmlns:a16="http://schemas.microsoft.com/office/drawing/2014/main" id="{B124ADF6-0C55-38F8-BEC6-4C48FB4D0DF6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640;p62">
              <a:extLst>
                <a:ext uri="{FF2B5EF4-FFF2-40B4-BE49-F238E27FC236}">
                  <a16:creationId xmlns:a16="http://schemas.microsoft.com/office/drawing/2014/main" id="{3C171A64-FFF3-B504-6DEE-DB57D4BFBD0B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9641;p62">
              <a:extLst>
                <a:ext uri="{FF2B5EF4-FFF2-40B4-BE49-F238E27FC236}">
                  <a16:creationId xmlns:a16="http://schemas.microsoft.com/office/drawing/2014/main" id="{82E3F2D8-E595-64EF-2BA2-D6692B442820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642;p62">
              <a:extLst>
                <a:ext uri="{FF2B5EF4-FFF2-40B4-BE49-F238E27FC236}">
                  <a16:creationId xmlns:a16="http://schemas.microsoft.com/office/drawing/2014/main" id="{C6427E61-3193-6068-2341-85F232269719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9643;p62">
            <a:extLst>
              <a:ext uri="{FF2B5EF4-FFF2-40B4-BE49-F238E27FC236}">
                <a16:creationId xmlns:a16="http://schemas.microsoft.com/office/drawing/2014/main" id="{C937F0B5-C994-6125-DE2A-7F0ED618F8DD}"/>
              </a:ext>
            </a:extLst>
          </p:cNvPr>
          <p:cNvGrpSpPr/>
          <p:nvPr/>
        </p:nvGrpSpPr>
        <p:grpSpPr>
          <a:xfrm>
            <a:off x="4200912" y="1565579"/>
            <a:ext cx="549275" cy="547050"/>
            <a:chOff x="1952836" y="3680964"/>
            <a:chExt cx="357720" cy="355148"/>
          </a:xfrm>
          <a:solidFill>
            <a:srgbClr val="C00000"/>
          </a:solidFill>
        </p:grpSpPr>
        <p:sp>
          <p:nvSpPr>
            <p:cNvPr id="26" name="Google Shape;9644;p62">
              <a:extLst>
                <a:ext uri="{FF2B5EF4-FFF2-40B4-BE49-F238E27FC236}">
                  <a16:creationId xmlns:a16="http://schemas.microsoft.com/office/drawing/2014/main" id="{BB4F73EA-E998-8BB9-F3DA-72C65C6F30DF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28" name="Google Shape;9645;p62">
              <a:extLst>
                <a:ext uri="{FF2B5EF4-FFF2-40B4-BE49-F238E27FC236}">
                  <a16:creationId xmlns:a16="http://schemas.microsoft.com/office/drawing/2014/main" id="{3CC7F020-DAA1-0851-4C55-0AD74E5B6FB1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29" name="Google Shape;9646;p62">
              <a:extLst>
                <a:ext uri="{FF2B5EF4-FFF2-40B4-BE49-F238E27FC236}">
                  <a16:creationId xmlns:a16="http://schemas.microsoft.com/office/drawing/2014/main" id="{FF512B89-1E47-9477-26D7-633D8DAA0710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30" name="Google Shape;9647;p62">
              <a:extLst>
                <a:ext uri="{FF2B5EF4-FFF2-40B4-BE49-F238E27FC236}">
                  <a16:creationId xmlns:a16="http://schemas.microsoft.com/office/drawing/2014/main" id="{64CE6AB3-D80F-C153-C64F-DFCF450F5063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31" name="Google Shape;9648;p62">
              <a:extLst>
                <a:ext uri="{FF2B5EF4-FFF2-40B4-BE49-F238E27FC236}">
                  <a16:creationId xmlns:a16="http://schemas.microsoft.com/office/drawing/2014/main" id="{36F69A07-B1AA-D86B-A8DD-8D644B6F8BB4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</p:grp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3AB7670-5535-4EB3-E7D5-F0F1E29A62EC}"/>
              </a:ext>
            </a:extLst>
          </p:cNvPr>
          <p:cNvCxnSpPr>
            <a:cxnSpLocks/>
          </p:cNvCxnSpPr>
          <p:nvPr/>
        </p:nvCxnSpPr>
        <p:spPr>
          <a:xfrm flipV="1">
            <a:off x="4832484" y="2592936"/>
            <a:ext cx="1592127" cy="484591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B4EF2720-B058-FBF7-0596-335C488173C3}"/>
              </a:ext>
            </a:extLst>
          </p:cNvPr>
          <p:cNvCxnSpPr>
            <a:cxnSpLocks/>
          </p:cNvCxnSpPr>
          <p:nvPr/>
        </p:nvCxnSpPr>
        <p:spPr>
          <a:xfrm>
            <a:off x="4838977" y="1808605"/>
            <a:ext cx="1585634" cy="556061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C67C10AB-510B-5A8E-86C7-E248ADCECC1D}"/>
              </a:ext>
            </a:extLst>
          </p:cNvPr>
          <p:cNvGrpSpPr/>
          <p:nvPr/>
        </p:nvGrpSpPr>
        <p:grpSpPr>
          <a:xfrm>
            <a:off x="1070673" y="2062512"/>
            <a:ext cx="1665324" cy="1006021"/>
            <a:chOff x="3603334" y="2727339"/>
            <a:chExt cx="1665324" cy="1006021"/>
          </a:xfrm>
        </p:grpSpPr>
        <p:grpSp>
          <p:nvGrpSpPr>
            <p:cNvPr id="63" name="Google Shape;10602;p64">
              <a:extLst>
                <a:ext uri="{FF2B5EF4-FFF2-40B4-BE49-F238E27FC236}">
                  <a16:creationId xmlns:a16="http://schemas.microsoft.com/office/drawing/2014/main" id="{57615018-2858-9D2B-FA59-0666B2B5510D}"/>
                </a:ext>
              </a:extLst>
            </p:cNvPr>
            <p:cNvGrpSpPr/>
            <p:nvPr/>
          </p:nvGrpSpPr>
          <p:grpSpPr>
            <a:xfrm>
              <a:off x="3958116" y="2727339"/>
              <a:ext cx="794129" cy="657845"/>
              <a:chOff x="4876767" y="2418014"/>
              <a:chExt cx="407773" cy="356622"/>
            </a:xfrm>
          </p:grpSpPr>
          <p:sp>
            <p:nvSpPr>
              <p:cNvPr id="1025" name="Google Shape;10603;p64">
                <a:extLst>
                  <a:ext uri="{FF2B5EF4-FFF2-40B4-BE49-F238E27FC236}">
                    <a16:creationId xmlns:a16="http://schemas.microsoft.com/office/drawing/2014/main" id="{ADA0FDC6-A17E-3D9F-62ED-C5DBE77E2D93}"/>
                  </a:ext>
                </a:extLst>
              </p:cNvPr>
              <p:cNvSpPr/>
              <p:nvPr/>
            </p:nvSpPr>
            <p:spPr>
              <a:xfrm>
                <a:off x="4876767" y="2455539"/>
                <a:ext cx="407773" cy="319097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10026" extrusionOk="0">
                    <a:moveTo>
                      <a:pt x="3608" y="393"/>
                    </a:moveTo>
                    <a:cubicBezTo>
                      <a:pt x="3942" y="393"/>
                      <a:pt x="4216" y="619"/>
                      <a:pt x="4216" y="905"/>
                    </a:cubicBezTo>
                    <a:lnTo>
                      <a:pt x="4216" y="929"/>
                    </a:lnTo>
                    <a:cubicBezTo>
                      <a:pt x="4025" y="857"/>
                      <a:pt x="3811" y="810"/>
                      <a:pt x="3608" y="810"/>
                    </a:cubicBezTo>
                    <a:cubicBezTo>
                      <a:pt x="3382" y="810"/>
                      <a:pt x="3192" y="857"/>
                      <a:pt x="2989" y="929"/>
                    </a:cubicBezTo>
                    <a:lnTo>
                      <a:pt x="2989" y="905"/>
                    </a:lnTo>
                    <a:cubicBezTo>
                      <a:pt x="2989" y="619"/>
                      <a:pt x="3275" y="393"/>
                      <a:pt x="3608" y="393"/>
                    </a:cubicBezTo>
                    <a:close/>
                    <a:moveTo>
                      <a:pt x="3620" y="1179"/>
                    </a:moveTo>
                    <a:cubicBezTo>
                      <a:pt x="4287" y="1179"/>
                      <a:pt x="4835" y="1739"/>
                      <a:pt x="4835" y="2405"/>
                    </a:cubicBezTo>
                    <a:cubicBezTo>
                      <a:pt x="4835" y="2536"/>
                      <a:pt x="4823" y="2655"/>
                      <a:pt x="4775" y="2774"/>
                    </a:cubicBezTo>
                    <a:cubicBezTo>
                      <a:pt x="4239" y="2239"/>
                      <a:pt x="3299" y="2012"/>
                      <a:pt x="3263" y="2012"/>
                    </a:cubicBezTo>
                    <a:cubicBezTo>
                      <a:pt x="3248" y="2009"/>
                      <a:pt x="3233" y="2008"/>
                      <a:pt x="3219" y="2008"/>
                    </a:cubicBezTo>
                    <a:cubicBezTo>
                      <a:pt x="3174" y="2008"/>
                      <a:pt x="3132" y="2021"/>
                      <a:pt x="3096" y="2048"/>
                    </a:cubicBezTo>
                    <a:cubicBezTo>
                      <a:pt x="3049" y="2072"/>
                      <a:pt x="3025" y="2131"/>
                      <a:pt x="3037" y="2191"/>
                    </a:cubicBezTo>
                    <a:cubicBezTo>
                      <a:pt x="3037" y="2215"/>
                      <a:pt x="3025" y="2322"/>
                      <a:pt x="2882" y="2465"/>
                    </a:cubicBezTo>
                    <a:cubicBezTo>
                      <a:pt x="2811" y="2536"/>
                      <a:pt x="2811" y="2655"/>
                      <a:pt x="2882" y="2727"/>
                    </a:cubicBezTo>
                    <a:cubicBezTo>
                      <a:pt x="2924" y="2768"/>
                      <a:pt x="2974" y="2789"/>
                      <a:pt x="3023" y="2789"/>
                    </a:cubicBezTo>
                    <a:cubicBezTo>
                      <a:pt x="3073" y="2789"/>
                      <a:pt x="3120" y="2768"/>
                      <a:pt x="3156" y="2727"/>
                    </a:cubicBezTo>
                    <a:cubicBezTo>
                      <a:pt x="3263" y="2631"/>
                      <a:pt x="3323" y="2524"/>
                      <a:pt x="3358" y="2429"/>
                    </a:cubicBezTo>
                    <a:cubicBezTo>
                      <a:pt x="3680" y="2524"/>
                      <a:pt x="4335" y="2762"/>
                      <a:pt x="4632" y="3179"/>
                    </a:cubicBezTo>
                    <a:cubicBezTo>
                      <a:pt x="4537" y="3655"/>
                      <a:pt x="4120" y="4013"/>
                      <a:pt x="3632" y="4013"/>
                    </a:cubicBezTo>
                    <a:cubicBezTo>
                      <a:pt x="3624" y="4013"/>
                      <a:pt x="3616" y="4013"/>
                      <a:pt x="3608" y="4013"/>
                    </a:cubicBezTo>
                    <a:cubicBezTo>
                      <a:pt x="3083" y="4013"/>
                      <a:pt x="2655" y="3636"/>
                      <a:pt x="2608" y="3120"/>
                    </a:cubicBezTo>
                    <a:cubicBezTo>
                      <a:pt x="2608" y="3084"/>
                      <a:pt x="2596" y="3060"/>
                      <a:pt x="2572" y="3048"/>
                    </a:cubicBezTo>
                    <a:cubicBezTo>
                      <a:pt x="2453" y="2846"/>
                      <a:pt x="2394" y="2631"/>
                      <a:pt x="2394" y="2405"/>
                    </a:cubicBezTo>
                    <a:cubicBezTo>
                      <a:pt x="2394" y="1739"/>
                      <a:pt x="2953" y="1179"/>
                      <a:pt x="3620" y="1179"/>
                    </a:cubicBezTo>
                    <a:close/>
                    <a:moveTo>
                      <a:pt x="4013" y="4334"/>
                    </a:moveTo>
                    <a:lnTo>
                      <a:pt x="4013" y="4536"/>
                    </a:lnTo>
                    <a:cubicBezTo>
                      <a:pt x="4025" y="4596"/>
                      <a:pt x="4037" y="4667"/>
                      <a:pt x="4061" y="4715"/>
                    </a:cubicBezTo>
                    <a:lnTo>
                      <a:pt x="3882" y="4870"/>
                    </a:lnTo>
                    <a:cubicBezTo>
                      <a:pt x="3805" y="4947"/>
                      <a:pt x="3701" y="4986"/>
                      <a:pt x="3598" y="4986"/>
                    </a:cubicBezTo>
                    <a:cubicBezTo>
                      <a:pt x="3495" y="4986"/>
                      <a:pt x="3394" y="4947"/>
                      <a:pt x="3323" y="4870"/>
                    </a:cubicBezTo>
                    <a:lnTo>
                      <a:pt x="3144" y="4715"/>
                    </a:lnTo>
                    <a:cubicBezTo>
                      <a:pt x="3168" y="4656"/>
                      <a:pt x="3180" y="4596"/>
                      <a:pt x="3180" y="4536"/>
                    </a:cubicBezTo>
                    <a:lnTo>
                      <a:pt x="3180" y="4334"/>
                    </a:lnTo>
                    <a:cubicBezTo>
                      <a:pt x="3323" y="4382"/>
                      <a:pt x="3454" y="4394"/>
                      <a:pt x="3596" y="4394"/>
                    </a:cubicBezTo>
                    <a:cubicBezTo>
                      <a:pt x="3751" y="4394"/>
                      <a:pt x="3882" y="4382"/>
                      <a:pt x="4013" y="4334"/>
                    </a:cubicBezTo>
                    <a:close/>
                    <a:moveTo>
                      <a:pt x="6013" y="5977"/>
                    </a:moveTo>
                    <a:lnTo>
                      <a:pt x="6013" y="5989"/>
                    </a:lnTo>
                    <a:lnTo>
                      <a:pt x="6025" y="7596"/>
                    </a:lnTo>
                    <a:cubicBezTo>
                      <a:pt x="6025" y="7596"/>
                      <a:pt x="6025" y="7608"/>
                      <a:pt x="6013" y="7608"/>
                    </a:cubicBezTo>
                    <a:lnTo>
                      <a:pt x="3620" y="7608"/>
                    </a:lnTo>
                    <a:cubicBezTo>
                      <a:pt x="3620" y="7608"/>
                      <a:pt x="3608" y="7608"/>
                      <a:pt x="3608" y="7596"/>
                    </a:cubicBezTo>
                    <a:lnTo>
                      <a:pt x="3608" y="5989"/>
                    </a:lnTo>
                    <a:cubicBezTo>
                      <a:pt x="3608" y="5989"/>
                      <a:pt x="3608" y="5977"/>
                      <a:pt x="3620" y="5977"/>
                    </a:cubicBezTo>
                    <a:close/>
                    <a:moveTo>
                      <a:pt x="4358" y="4941"/>
                    </a:moveTo>
                    <a:lnTo>
                      <a:pt x="4989" y="5263"/>
                    </a:lnTo>
                    <a:cubicBezTo>
                      <a:pt x="5120" y="5334"/>
                      <a:pt x="5216" y="5465"/>
                      <a:pt x="5216" y="5620"/>
                    </a:cubicBezTo>
                    <a:lnTo>
                      <a:pt x="3608" y="5620"/>
                    </a:lnTo>
                    <a:cubicBezTo>
                      <a:pt x="3394" y="5620"/>
                      <a:pt x="3215" y="5799"/>
                      <a:pt x="3215" y="6001"/>
                    </a:cubicBezTo>
                    <a:lnTo>
                      <a:pt x="3215" y="6822"/>
                    </a:lnTo>
                    <a:lnTo>
                      <a:pt x="2787" y="6822"/>
                    </a:lnTo>
                    <a:lnTo>
                      <a:pt x="2787" y="6060"/>
                    </a:lnTo>
                    <a:cubicBezTo>
                      <a:pt x="2787" y="5965"/>
                      <a:pt x="2692" y="5870"/>
                      <a:pt x="2596" y="5870"/>
                    </a:cubicBezTo>
                    <a:cubicBezTo>
                      <a:pt x="2489" y="5870"/>
                      <a:pt x="2394" y="5965"/>
                      <a:pt x="2394" y="6060"/>
                    </a:cubicBezTo>
                    <a:lnTo>
                      <a:pt x="2394" y="7013"/>
                    </a:lnTo>
                    <a:cubicBezTo>
                      <a:pt x="2394" y="7120"/>
                      <a:pt x="2489" y="7203"/>
                      <a:pt x="2596" y="7203"/>
                    </a:cubicBezTo>
                    <a:lnTo>
                      <a:pt x="3203" y="7203"/>
                    </a:lnTo>
                    <a:lnTo>
                      <a:pt x="3203" y="7620"/>
                    </a:lnTo>
                    <a:lnTo>
                      <a:pt x="3203" y="7644"/>
                    </a:lnTo>
                    <a:lnTo>
                      <a:pt x="2382" y="7644"/>
                    </a:lnTo>
                    <a:cubicBezTo>
                      <a:pt x="2156" y="7644"/>
                      <a:pt x="1965" y="7465"/>
                      <a:pt x="1965" y="7227"/>
                    </a:cubicBezTo>
                    <a:lnTo>
                      <a:pt x="1965" y="5632"/>
                    </a:lnTo>
                    <a:lnTo>
                      <a:pt x="2001" y="5632"/>
                    </a:lnTo>
                    <a:cubicBezTo>
                      <a:pt x="2001" y="5465"/>
                      <a:pt x="2084" y="5334"/>
                      <a:pt x="2215" y="5263"/>
                    </a:cubicBezTo>
                    <a:lnTo>
                      <a:pt x="2846" y="4941"/>
                    </a:lnTo>
                    <a:lnTo>
                      <a:pt x="3073" y="5156"/>
                    </a:lnTo>
                    <a:cubicBezTo>
                      <a:pt x="3215" y="5298"/>
                      <a:pt x="3406" y="5382"/>
                      <a:pt x="3608" y="5382"/>
                    </a:cubicBezTo>
                    <a:cubicBezTo>
                      <a:pt x="3799" y="5382"/>
                      <a:pt x="3989" y="5298"/>
                      <a:pt x="4144" y="5156"/>
                    </a:cubicBezTo>
                    <a:lnTo>
                      <a:pt x="4358" y="4941"/>
                    </a:lnTo>
                    <a:close/>
                    <a:moveTo>
                      <a:pt x="12026" y="7989"/>
                    </a:moveTo>
                    <a:lnTo>
                      <a:pt x="12026" y="8418"/>
                    </a:lnTo>
                    <a:lnTo>
                      <a:pt x="787" y="8418"/>
                    </a:lnTo>
                    <a:lnTo>
                      <a:pt x="787" y="7989"/>
                    </a:lnTo>
                    <a:close/>
                    <a:moveTo>
                      <a:pt x="3608" y="0"/>
                    </a:moveTo>
                    <a:cubicBezTo>
                      <a:pt x="3049" y="0"/>
                      <a:pt x="2620" y="405"/>
                      <a:pt x="2620" y="893"/>
                    </a:cubicBezTo>
                    <a:cubicBezTo>
                      <a:pt x="2620" y="977"/>
                      <a:pt x="2632" y="1060"/>
                      <a:pt x="2656" y="1131"/>
                    </a:cubicBezTo>
                    <a:cubicBezTo>
                      <a:pt x="2263" y="1417"/>
                      <a:pt x="2013" y="1881"/>
                      <a:pt x="2013" y="2405"/>
                    </a:cubicBezTo>
                    <a:cubicBezTo>
                      <a:pt x="2013" y="2679"/>
                      <a:pt x="2084" y="2953"/>
                      <a:pt x="2215" y="3191"/>
                    </a:cubicBezTo>
                    <a:cubicBezTo>
                      <a:pt x="2275" y="3596"/>
                      <a:pt x="2501" y="3917"/>
                      <a:pt x="2799" y="4144"/>
                    </a:cubicBezTo>
                    <a:lnTo>
                      <a:pt x="2799" y="4525"/>
                    </a:lnTo>
                    <a:lnTo>
                      <a:pt x="2799" y="4548"/>
                    </a:lnTo>
                    <a:lnTo>
                      <a:pt x="2037" y="4917"/>
                    </a:lnTo>
                    <a:cubicBezTo>
                      <a:pt x="1775" y="5048"/>
                      <a:pt x="1608" y="5322"/>
                      <a:pt x="1608" y="5620"/>
                    </a:cubicBezTo>
                    <a:lnTo>
                      <a:pt x="1608" y="7215"/>
                    </a:lnTo>
                    <a:cubicBezTo>
                      <a:pt x="1608" y="7358"/>
                      <a:pt x="1656" y="7513"/>
                      <a:pt x="1727" y="7632"/>
                    </a:cubicBezTo>
                    <a:lnTo>
                      <a:pt x="191" y="7632"/>
                    </a:lnTo>
                    <a:cubicBezTo>
                      <a:pt x="96" y="7632"/>
                      <a:pt x="1" y="7715"/>
                      <a:pt x="1" y="7823"/>
                    </a:cubicBezTo>
                    <a:cubicBezTo>
                      <a:pt x="1" y="7930"/>
                      <a:pt x="96" y="8013"/>
                      <a:pt x="191" y="8013"/>
                    </a:cubicBezTo>
                    <a:lnTo>
                      <a:pt x="406" y="8013"/>
                    </a:lnTo>
                    <a:lnTo>
                      <a:pt x="406" y="9835"/>
                    </a:lnTo>
                    <a:cubicBezTo>
                      <a:pt x="406" y="9930"/>
                      <a:pt x="489" y="10025"/>
                      <a:pt x="596" y="10025"/>
                    </a:cubicBezTo>
                    <a:cubicBezTo>
                      <a:pt x="703" y="10025"/>
                      <a:pt x="787" y="9930"/>
                      <a:pt x="787" y="9835"/>
                    </a:cubicBezTo>
                    <a:lnTo>
                      <a:pt x="787" y="8823"/>
                    </a:lnTo>
                    <a:lnTo>
                      <a:pt x="12026" y="8823"/>
                    </a:lnTo>
                    <a:lnTo>
                      <a:pt x="12026" y="9835"/>
                    </a:lnTo>
                    <a:cubicBezTo>
                      <a:pt x="12026" y="9930"/>
                      <a:pt x="12121" y="10025"/>
                      <a:pt x="12217" y="10025"/>
                    </a:cubicBezTo>
                    <a:cubicBezTo>
                      <a:pt x="12324" y="10025"/>
                      <a:pt x="12419" y="9930"/>
                      <a:pt x="12419" y="9835"/>
                    </a:cubicBezTo>
                    <a:lnTo>
                      <a:pt x="12419" y="8013"/>
                    </a:lnTo>
                    <a:lnTo>
                      <a:pt x="12621" y="8013"/>
                    </a:lnTo>
                    <a:cubicBezTo>
                      <a:pt x="12728" y="8013"/>
                      <a:pt x="12812" y="7930"/>
                      <a:pt x="12812" y="7823"/>
                    </a:cubicBezTo>
                    <a:cubicBezTo>
                      <a:pt x="12800" y="7704"/>
                      <a:pt x="12717" y="7632"/>
                      <a:pt x="12609" y="7632"/>
                    </a:cubicBezTo>
                    <a:lnTo>
                      <a:pt x="6406" y="7632"/>
                    </a:lnTo>
                    <a:lnTo>
                      <a:pt x="6406" y="7608"/>
                    </a:lnTo>
                    <a:lnTo>
                      <a:pt x="6406" y="6001"/>
                    </a:lnTo>
                    <a:cubicBezTo>
                      <a:pt x="6406" y="5799"/>
                      <a:pt x="6228" y="5620"/>
                      <a:pt x="6013" y="5620"/>
                    </a:cubicBezTo>
                    <a:lnTo>
                      <a:pt x="5597" y="5620"/>
                    </a:lnTo>
                    <a:cubicBezTo>
                      <a:pt x="5597" y="5322"/>
                      <a:pt x="5430" y="5048"/>
                      <a:pt x="5168" y="4917"/>
                    </a:cubicBezTo>
                    <a:lnTo>
                      <a:pt x="4406" y="4548"/>
                    </a:lnTo>
                    <a:lnTo>
                      <a:pt x="4406" y="4525"/>
                    </a:lnTo>
                    <a:lnTo>
                      <a:pt x="4406" y="4144"/>
                    </a:lnTo>
                    <a:cubicBezTo>
                      <a:pt x="4716" y="3929"/>
                      <a:pt x="4942" y="3596"/>
                      <a:pt x="4989" y="3191"/>
                    </a:cubicBezTo>
                    <a:cubicBezTo>
                      <a:pt x="5120" y="2953"/>
                      <a:pt x="5192" y="2667"/>
                      <a:pt x="5192" y="2405"/>
                    </a:cubicBezTo>
                    <a:cubicBezTo>
                      <a:pt x="5192" y="1881"/>
                      <a:pt x="4942" y="1417"/>
                      <a:pt x="4561" y="1131"/>
                    </a:cubicBezTo>
                    <a:cubicBezTo>
                      <a:pt x="4585" y="1060"/>
                      <a:pt x="4585" y="988"/>
                      <a:pt x="4585" y="893"/>
                    </a:cubicBezTo>
                    <a:cubicBezTo>
                      <a:pt x="4585" y="405"/>
                      <a:pt x="4144" y="0"/>
                      <a:pt x="36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27" name="Google Shape;10604;p64">
                <a:extLst>
                  <a:ext uri="{FF2B5EF4-FFF2-40B4-BE49-F238E27FC236}">
                    <a16:creationId xmlns:a16="http://schemas.microsoft.com/office/drawing/2014/main" id="{E304AF5F-5915-8509-3E6C-3A4D5DE51CDB}"/>
                  </a:ext>
                </a:extLst>
              </p:cNvPr>
              <p:cNvSpPr/>
              <p:nvPr/>
            </p:nvSpPr>
            <p:spPr>
              <a:xfrm>
                <a:off x="5016999" y="2666234"/>
                <a:ext cx="25016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82" extrusionOk="0">
                    <a:moveTo>
                      <a:pt x="191" y="0"/>
                    </a:moveTo>
                    <a:cubicBezTo>
                      <a:pt x="83" y="0"/>
                      <a:pt x="0" y="83"/>
                      <a:pt x="0" y="191"/>
                    </a:cubicBezTo>
                    <a:cubicBezTo>
                      <a:pt x="0" y="298"/>
                      <a:pt x="83" y="381"/>
                      <a:pt x="191" y="381"/>
                    </a:cubicBezTo>
                    <a:lnTo>
                      <a:pt x="595" y="381"/>
                    </a:lnTo>
                    <a:cubicBezTo>
                      <a:pt x="702" y="381"/>
                      <a:pt x="786" y="298"/>
                      <a:pt x="786" y="191"/>
                    </a:cubicBezTo>
                    <a:cubicBezTo>
                      <a:pt x="786" y="83"/>
                      <a:pt x="702" y="0"/>
                      <a:pt x="5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28" name="Google Shape;10605;p64">
                <a:extLst>
                  <a:ext uri="{FF2B5EF4-FFF2-40B4-BE49-F238E27FC236}">
                    <a16:creationId xmlns:a16="http://schemas.microsoft.com/office/drawing/2014/main" id="{53C203BA-535B-04BB-741E-1FF53ED9F43D}"/>
                  </a:ext>
                </a:extLst>
              </p:cNvPr>
              <p:cNvSpPr/>
              <p:nvPr/>
            </p:nvSpPr>
            <p:spPr>
              <a:xfrm>
                <a:off x="5068141" y="2418014"/>
                <a:ext cx="203154" cy="198218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6228" extrusionOk="0">
                    <a:moveTo>
                      <a:pt x="5608" y="346"/>
                    </a:moveTo>
                    <a:cubicBezTo>
                      <a:pt x="5834" y="346"/>
                      <a:pt x="6025" y="524"/>
                      <a:pt x="6025" y="762"/>
                    </a:cubicBezTo>
                    <a:lnTo>
                      <a:pt x="6025" y="3989"/>
                    </a:lnTo>
                    <a:lnTo>
                      <a:pt x="6013" y="3989"/>
                    </a:lnTo>
                    <a:cubicBezTo>
                      <a:pt x="6013" y="4203"/>
                      <a:pt x="5834" y="4406"/>
                      <a:pt x="5596" y="4406"/>
                    </a:cubicBezTo>
                    <a:lnTo>
                      <a:pt x="3203" y="4406"/>
                    </a:lnTo>
                    <a:cubicBezTo>
                      <a:pt x="3156" y="4406"/>
                      <a:pt x="3132" y="4418"/>
                      <a:pt x="3096" y="4430"/>
                    </a:cubicBezTo>
                    <a:lnTo>
                      <a:pt x="1310" y="5727"/>
                    </a:lnTo>
                    <a:lnTo>
                      <a:pt x="1584" y="4620"/>
                    </a:lnTo>
                    <a:cubicBezTo>
                      <a:pt x="1596" y="4561"/>
                      <a:pt x="1584" y="4501"/>
                      <a:pt x="1548" y="4465"/>
                    </a:cubicBezTo>
                    <a:cubicBezTo>
                      <a:pt x="1512" y="4418"/>
                      <a:pt x="1465" y="4382"/>
                      <a:pt x="1405" y="4382"/>
                    </a:cubicBezTo>
                    <a:lnTo>
                      <a:pt x="810" y="4382"/>
                    </a:lnTo>
                    <a:cubicBezTo>
                      <a:pt x="584" y="4382"/>
                      <a:pt x="393" y="4203"/>
                      <a:pt x="393" y="3965"/>
                    </a:cubicBezTo>
                    <a:lnTo>
                      <a:pt x="393" y="762"/>
                    </a:lnTo>
                    <a:cubicBezTo>
                      <a:pt x="393" y="548"/>
                      <a:pt x="572" y="346"/>
                      <a:pt x="810" y="346"/>
                    </a:cubicBezTo>
                    <a:close/>
                    <a:moveTo>
                      <a:pt x="786" y="0"/>
                    </a:moveTo>
                    <a:cubicBezTo>
                      <a:pt x="358" y="0"/>
                      <a:pt x="0" y="358"/>
                      <a:pt x="0" y="786"/>
                    </a:cubicBezTo>
                    <a:lnTo>
                      <a:pt x="0" y="3989"/>
                    </a:lnTo>
                    <a:cubicBezTo>
                      <a:pt x="0" y="4418"/>
                      <a:pt x="358" y="4775"/>
                      <a:pt x="786" y="4775"/>
                    </a:cubicBezTo>
                    <a:lnTo>
                      <a:pt x="1143" y="4775"/>
                    </a:lnTo>
                    <a:lnTo>
                      <a:pt x="881" y="5870"/>
                    </a:lnTo>
                    <a:cubicBezTo>
                      <a:pt x="846" y="5989"/>
                      <a:pt x="893" y="6108"/>
                      <a:pt x="1000" y="6192"/>
                    </a:cubicBezTo>
                    <a:cubicBezTo>
                      <a:pt x="1048" y="6216"/>
                      <a:pt x="1108" y="6227"/>
                      <a:pt x="1167" y="6227"/>
                    </a:cubicBezTo>
                    <a:cubicBezTo>
                      <a:pt x="1227" y="6227"/>
                      <a:pt x="1286" y="6216"/>
                      <a:pt x="1322" y="6168"/>
                    </a:cubicBezTo>
                    <a:lnTo>
                      <a:pt x="3263" y="4775"/>
                    </a:lnTo>
                    <a:lnTo>
                      <a:pt x="5596" y="4775"/>
                    </a:lnTo>
                    <a:cubicBezTo>
                      <a:pt x="6025" y="4775"/>
                      <a:pt x="6382" y="4418"/>
                      <a:pt x="6382" y="3989"/>
                    </a:cubicBezTo>
                    <a:lnTo>
                      <a:pt x="6382" y="786"/>
                    </a:lnTo>
                    <a:cubicBezTo>
                      <a:pt x="6382" y="358"/>
                      <a:pt x="6025" y="0"/>
                      <a:pt x="5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29" name="Google Shape;10606;p64">
                <a:extLst>
                  <a:ext uri="{FF2B5EF4-FFF2-40B4-BE49-F238E27FC236}">
                    <a16:creationId xmlns:a16="http://schemas.microsoft.com/office/drawing/2014/main" id="{2CB7DF71-184B-5961-2266-1521C73C3152}"/>
                  </a:ext>
                </a:extLst>
              </p:cNvPr>
              <p:cNvSpPr/>
              <p:nvPr/>
            </p:nvSpPr>
            <p:spPr>
              <a:xfrm>
                <a:off x="5106397" y="2456302"/>
                <a:ext cx="31509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799" y="381"/>
                    </a:lnTo>
                    <a:cubicBezTo>
                      <a:pt x="894" y="381"/>
                      <a:pt x="989" y="298"/>
                      <a:pt x="989" y="191"/>
                    </a:cubicBezTo>
                    <a:cubicBezTo>
                      <a:pt x="989" y="83"/>
                      <a:pt x="894" y="0"/>
                      <a:pt x="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31" name="Google Shape;10607;p64">
                <a:extLst>
                  <a:ext uri="{FF2B5EF4-FFF2-40B4-BE49-F238E27FC236}">
                    <a16:creationId xmlns:a16="http://schemas.microsoft.com/office/drawing/2014/main" id="{0C409A06-9308-5493-5DCA-A8F40518AEF1}"/>
                  </a:ext>
                </a:extLst>
              </p:cNvPr>
              <p:cNvSpPr/>
              <p:nvPr/>
            </p:nvSpPr>
            <p:spPr>
              <a:xfrm>
                <a:off x="5151115" y="2456295"/>
                <a:ext cx="82273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2" extrusionOk="0">
                    <a:moveTo>
                      <a:pt x="191" y="0"/>
                    </a:moveTo>
                    <a:cubicBezTo>
                      <a:pt x="84" y="0"/>
                      <a:pt x="1" y="83"/>
                      <a:pt x="1" y="191"/>
                    </a:cubicBezTo>
                    <a:cubicBezTo>
                      <a:pt x="1" y="298"/>
                      <a:pt x="84" y="381"/>
                      <a:pt x="191" y="381"/>
                    </a:cubicBezTo>
                    <a:lnTo>
                      <a:pt x="2394" y="381"/>
                    </a:lnTo>
                    <a:cubicBezTo>
                      <a:pt x="2501" y="381"/>
                      <a:pt x="2584" y="298"/>
                      <a:pt x="2584" y="191"/>
                    </a:cubicBezTo>
                    <a:cubicBezTo>
                      <a:pt x="2584" y="83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33" name="Google Shape;10608;p64">
                <a:extLst>
                  <a:ext uri="{FF2B5EF4-FFF2-40B4-BE49-F238E27FC236}">
                    <a16:creationId xmlns:a16="http://schemas.microsoft.com/office/drawing/2014/main" id="{5EB95D2D-4EB4-C360-1CF9-43F2D9D6562E}"/>
                  </a:ext>
                </a:extLst>
              </p:cNvPr>
              <p:cNvSpPr/>
              <p:nvPr/>
            </p:nvSpPr>
            <p:spPr>
              <a:xfrm>
                <a:off x="5106397" y="2488120"/>
                <a:ext cx="126992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3799" y="381"/>
                    </a:lnTo>
                    <a:cubicBezTo>
                      <a:pt x="3906" y="381"/>
                      <a:pt x="3989" y="298"/>
                      <a:pt x="3989" y="191"/>
                    </a:cubicBezTo>
                    <a:cubicBezTo>
                      <a:pt x="3978" y="83"/>
                      <a:pt x="3906" y="0"/>
                      <a:pt x="3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34" name="Google Shape;10609;p64">
                <a:extLst>
                  <a:ext uri="{FF2B5EF4-FFF2-40B4-BE49-F238E27FC236}">
                    <a16:creationId xmlns:a16="http://schemas.microsoft.com/office/drawing/2014/main" id="{3CCFE56B-23B1-2114-B708-52674A58EF81}"/>
                  </a:ext>
                </a:extLst>
              </p:cNvPr>
              <p:cNvSpPr/>
              <p:nvPr/>
            </p:nvSpPr>
            <p:spPr>
              <a:xfrm>
                <a:off x="5106388" y="2519574"/>
                <a:ext cx="8265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394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cubicBezTo>
                      <a:pt x="1" y="298"/>
                      <a:pt x="96" y="393"/>
                      <a:pt x="203" y="393"/>
                    </a:cubicBezTo>
                    <a:lnTo>
                      <a:pt x="2394" y="393"/>
                    </a:lnTo>
                    <a:cubicBezTo>
                      <a:pt x="2501" y="393"/>
                      <a:pt x="2596" y="298"/>
                      <a:pt x="2596" y="203"/>
                    </a:cubicBezTo>
                    <a:cubicBezTo>
                      <a:pt x="2585" y="96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035" name="Google Shape;10610;p64">
                <a:extLst>
                  <a:ext uri="{FF2B5EF4-FFF2-40B4-BE49-F238E27FC236}">
                    <a16:creationId xmlns:a16="http://schemas.microsoft.com/office/drawing/2014/main" id="{EBAFD4EF-AC67-BE09-3437-ACDAA6FAD524}"/>
                  </a:ext>
                </a:extLst>
              </p:cNvPr>
              <p:cNvSpPr/>
              <p:nvPr/>
            </p:nvSpPr>
            <p:spPr>
              <a:xfrm>
                <a:off x="5202312" y="2519626"/>
                <a:ext cx="3109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394" extrusionOk="0">
                    <a:moveTo>
                      <a:pt x="191" y="0"/>
                    </a:moveTo>
                    <a:cubicBezTo>
                      <a:pt x="84" y="0"/>
                      <a:pt x="0" y="96"/>
                      <a:pt x="0" y="203"/>
                    </a:cubicBezTo>
                    <a:cubicBezTo>
                      <a:pt x="0" y="298"/>
                      <a:pt x="84" y="393"/>
                      <a:pt x="191" y="393"/>
                    </a:cubicBezTo>
                    <a:lnTo>
                      <a:pt x="786" y="393"/>
                    </a:lnTo>
                    <a:cubicBezTo>
                      <a:pt x="893" y="393"/>
                      <a:pt x="976" y="298"/>
                      <a:pt x="976" y="203"/>
                    </a:cubicBezTo>
                    <a:cubicBezTo>
                      <a:pt x="965" y="96"/>
                      <a:pt x="893" y="0"/>
                      <a:pt x="7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024" name="ZoneTexte 1023">
              <a:extLst>
                <a:ext uri="{FF2B5EF4-FFF2-40B4-BE49-F238E27FC236}">
                  <a16:creationId xmlns:a16="http://schemas.microsoft.com/office/drawing/2014/main" id="{55CBED29-1115-1951-DA64-C3DFA701B329}"/>
                </a:ext>
              </a:extLst>
            </p:cNvPr>
            <p:cNvSpPr txBox="1"/>
            <p:nvPr/>
          </p:nvSpPr>
          <p:spPr>
            <a:xfrm>
              <a:off x="3603334" y="3425583"/>
              <a:ext cx="166532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Avis des clients</a:t>
              </a:r>
            </a:p>
          </p:txBody>
        </p:sp>
      </p:grpSp>
      <p:grpSp>
        <p:nvGrpSpPr>
          <p:cNvPr id="1037" name="Groupe 1036">
            <a:extLst>
              <a:ext uri="{FF2B5EF4-FFF2-40B4-BE49-F238E27FC236}">
                <a16:creationId xmlns:a16="http://schemas.microsoft.com/office/drawing/2014/main" id="{314BB69B-6659-1E9A-2487-3BB52E44C0B8}"/>
              </a:ext>
            </a:extLst>
          </p:cNvPr>
          <p:cNvGrpSpPr/>
          <p:nvPr/>
        </p:nvGrpSpPr>
        <p:grpSpPr>
          <a:xfrm>
            <a:off x="6466957" y="2018354"/>
            <a:ext cx="1141234" cy="1219521"/>
            <a:chOff x="6378166" y="2077894"/>
            <a:chExt cx="1141234" cy="1219521"/>
          </a:xfrm>
        </p:grpSpPr>
        <p:sp>
          <p:nvSpPr>
            <p:cNvPr id="36" name="Google Shape;12277;p66">
              <a:extLst>
                <a:ext uri="{FF2B5EF4-FFF2-40B4-BE49-F238E27FC236}">
                  <a16:creationId xmlns:a16="http://schemas.microsoft.com/office/drawing/2014/main" id="{3D4BE3AB-DFBD-5BE4-F791-E5DDD88B68FE}"/>
                </a:ext>
              </a:extLst>
            </p:cNvPr>
            <p:cNvSpPr/>
            <p:nvPr/>
          </p:nvSpPr>
          <p:spPr>
            <a:xfrm>
              <a:off x="6551719" y="2077894"/>
              <a:ext cx="794129" cy="696301"/>
            </a:xfrm>
            <a:custGeom>
              <a:avLst/>
              <a:gdLst/>
              <a:ahLst/>
              <a:cxnLst/>
              <a:rect l="l" t="t" r="r" b="b"/>
              <a:pathLst>
                <a:path w="11431" h="9799" extrusionOk="0">
                  <a:moveTo>
                    <a:pt x="4347" y="1"/>
                  </a:moveTo>
                  <a:cubicBezTo>
                    <a:pt x="3957" y="1"/>
                    <a:pt x="3588" y="148"/>
                    <a:pt x="3311" y="435"/>
                  </a:cubicBezTo>
                  <a:lnTo>
                    <a:pt x="3287" y="447"/>
                  </a:lnTo>
                  <a:lnTo>
                    <a:pt x="3275" y="447"/>
                  </a:lnTo>
                  <a:cubicBezTo>
                    <a:pt x="3189" y="435"/>
                    <a:pt x="3104" y="429"/>
                    <a:pt x="3019" y="429"/>
                  </a:cubicBezTo>
                  <a:cubicBezTo>
                    <a:pt x="2531" y="429"/>
                    <a:pt x="2074" y="633"/>
                    <a:pt x="1739" y="1019"/>
                  </a:cubicBezTo>
                  <a:cubicBezTo>
                    <a:pt x="1358" y="1459"/>
                    <a:pt x="1239" y="2055"/>
                    <a:pt x="1418" y="2602"/>
                  </a:cubicBezTo>
                  <a:lnTo>
                    <a:pt x="1418" y="2626"/>
                  </a:lnTo>
                  <a:lnTo>
                    <a:pt x="1406" y="2638"/>
                  </a:lnTo>
                  <a:cubicBezTo>
                    <a:pt x="549" y="3007"/>
                    <a:pt x="1" y="3841"/>
                    <a:pt x="1" y="4769"/>
                  </a:cubicBezTo>
                  <a:cubicBezTo>
                    <a:pt x="1" y="5507"/>
                    <a:pt x="346" y="6198"/>
                    <a:pt x="941" y="6627"/>
                  </a:cubicBezTo>
                  <a:lnTo>
                    <a:pt x="953" y="6638"/>
                  </a:lnTo>
                  <a:lnTo>
                    <a:pt x="941" y="6650"/>
                  </a:lnTo>
                  <a:cubicBezTo>
                    <a:pt x="608" y="7281"/>
                    <a:pt x="703" y="7996"/>
                    <a:pt x="1168" y="8532"/>
                  </a:cubicBezTo>
                  <a:cubicBezTo>
                    <a:pt x="1492" y="8915"/>
                    <a:pt x="1937" y="9116"/>
                    <a:pt x="2409" y="9116"/>
                  </a:cubicBezTo>
                  <a:cubicBezTo>
                    <a:pt x="2597" y="9116"/>
                    <a:pt x="2788" y="9084"/>
                    <a:pt x="2977" y="9020"/>
                  </a:cubicBezTo>
                  <a:lnTo>
                    <a:pt x="2989" y="9020"/>
                  </a:lnTo>
                  <a:lnTo>
                    <a:pt x="3013" y="9032"/>
                  </a:lnTo>
                  <a:cubicBezTo>
                    <a:pt x="3108" y="9210"/>
                    <a:pt x="3251" y="9377"/>
                    <a:pt x="3406" y="9496"/>
                  </a:cubicBezTo>
                  <a:cubicBezTo>
                    <a:pt x="3433" y="9523"/>
                    <a:pt x="3473" y="9536"/>
                    <a:pt x="3511" y="9536"/>
                  </a:cubicBezTo>
                  <a:cubicBezTo>
                    <a:pt x="3524" y="9536"/>
                    <a:pt x="3537" y="9535"/>
                    <a:pt x="3549" y="9532"/>
                  </a:cubicBezTo>
                  <a:cubicBezTo>
                    <a:pt x="3585" y="9532"/>
                    <a:pt x="3632" y="9496"/>
                    <a:pt x="3668" y="9472"/>
                  </a:cubicBezTo>
                  <a:cubicBezTo>
                    <a:pt x="3692" y="9436"/>
                    <a:pt x="3704" y="9377"/>
                    <a:pt x="3692" y="9329"/>
                  </a:cubicBezTo>
                  <a:cubicBezTo>
                    <a:pt x="3692" y="9294"/>
                    <a:pt x="3668" y="9246"/>
                    <a:pt x="3632" y="9210"/>
                  </a:cubicBezTo>
                  <a:cubicBezTo>
                    <a:pt x="3466" y="9079"/>
                    <a:pt x="3335" y="8913"/>
                    <a:pt x="3263" y="8710"/>
                  </a:cubicBezTo>
                  <a:cubicBezTo>
                    <a:pt x="3251" y="8663"/>
                    <a:pt x="3204" y="8639"/>
                    <a:pt x="3156" y="8603"/>
                  </a:cubicBezTo>
                  <a:cubicBezTo>
                    <a:pt x="3132" y="8597"/>
                    <a:pt x="3111" y="8594"/>
                    <a:pt x="3090" y="8594"/>
                  </a:cubicBezTo>
                  <a:cubicBezTo>
                    <a:pt x="3070" y="8594"/>
                    <a:pt x="3049" y="8597"/>
                    <a:pt x="3025" y="8603"/>
                  </a:cubicBezTo>
                  <a:cubicBezTo>
                    <a:pt x="2841" y="8695"/>
                    <a:pt x="2642" y="8741"/>
                    <a:pt x="2443" y="8741"/>
                  </a:cubicBezTo>
                  <a:cubicBezTo>
                    <a:pt x="2177" y="8741"/>
                    <a:pt x="1911" y="8659"/>
                    <a:pt x="1680" y="8496"/>
                  </a:cubicBezTo>
                  <a:cubicBezTo>
                    <a:pt x="1287" y="8222"/>
                    <a:pt x="1072" y="7758"/>
                    <a:pt x="1120" y="7281"/>
                  </a:cubicBezTo>
                  <a:cubicBezTo>
                    <a:pt x="1191" y="6615"/>
                    <a:pt x="1763" y="6091"/>
                    <a:pt x="2442" y="6091"/>
                  </a:cubicBezTo>
                  <a:cubicBezTo>
                    <a:pt x="2537" y="6091"/>
                    <a:pt x="2620" y="6019"/>
                    <a:pt x="2620" y="5912"/>
                  </a:cubicBezTo>
                  <a:cubicBezTo>
                    <a:pt x="2620" y="5817"/>
                    <a:pt x="2549" y="5734"/>
                    <a:pt x="2442" y="5734"/>
                  </a:cubicBezTo>
                  <a:cubicBezTo>
                    <a:pt x="1965" y="5734"/>
                    <a:pt x="1501" y="5936"/>
                    <a:pt x="1180" y="6317"/>
                  </a:cubicBezTo>
                  <a:lnTo>
                    <a:pt x="1168" y="6329"/>
                  </a:lnTo>
                  <a:lnTo>
                    <a:pt x="1144" y="6317"/>
                  </a:lnTo>
                  <a:cubicBezTo>
                    <a:pt x="644" y="5936"/>
                    <a:pt x="358" y="5365"/>
                    <a:pt x="358" y="4733"/>
                  </a:cubicBezTo>
                  <a:cubicBezTo>
                    <a:pt x="358" y="3948"/>
                    <a:pt x="822" y="3233"/>
                    <a:pt x="1549" y="2936"/>
                  </a:cubicBezTo>
                  <a:lnTo>
                    <a:pt x="1561" y="2912"/>
                  </a:lnTo>
                  <a:lnTo>
                    <a:pt x="1584" y="2936"/>
                  </a:lnTo>
                  <a:cubicBezTo>
                    <a:pt x="1882" y="3436"/>
                    <a:pt x="2430" y="3757"/>
                    <a:pt x="3025" y="3757"/>
                  </a:cubicBezTo>
                  <a:cubicBezTo>
                    <a:pt x="3108" y="3757"/>
                    <a:pt x="3204" y="3674"/>
                    <a:pt x="3204" y="3567"/>
                  </a:cubicBezTo>
                  <a:cubicBezTo>
                    <a:pt x="3204" y="3471"/>
                    <a:pt x="3132" y="3388"/>
                    <a:pt x="3025" y="3388"/>
                  </a:cubicBezTo>
                  <a:cubicBezTo>
                    <a:pt x="2501" y="3388"/>
                    <a:pt x="2025" y="3079"/>
                    <a:pt x="1822" y="2614"/>
                  </a:cubicBezTo>
                  <a:cubicBezTo>
                    <a:pt x="1620" y="2186"/>
                    <a:pt x="1668" y="1709"/>
                    <a:pt x="1942" y="1328"/>
                  </a:cubicBezTo>
                  <a:cubicBezTo>
                    <a:pt x="2196" y="946"/>
                    <a:pt x="2608" y="744"/>
                    <a:pt x="3058" y="744"/>
                  </a:cubicBezTo>
                  <a:cubicBezTo>
                    <a:pt x="3071" y="744"/>
                    <a:pt x="3084" y="745"/>
                    <a:pt x="3096" y="745"/>
                  </a:cubicBezTo>
                  <a:cubicBezTo>
                    <a:pt x="3549" y="769"/>
                    <a:pt x="3930" y="995"/>
                    <a:pt x="4156" y="1388"/>
                  </a:cubicBezTo>
                  <a:cubicBezTo>
                    <a:pt x="4189" y="1437"/>
                    <a:pt x="4245" y="1464"/>
                    <a:pt x="4307" y="1464"/>
                  </a:cubicBezTo>
                  <a:cubicBezTo>
                    <a:pt x="4335" y="1464"/>
                    <a:pt x="4365" y="1458"/>
                    <a:pt x="4394" y="1447"/>
                  </a:cubicBezTo>
                  <a:cubicBezTo>
                    <a:pt x="4466" y="1400"/>
                    <a:pt x="4501" y="1293"/>
                    <a:pt x="4454" y="1209"/>
                  </a:cubicBezTo>
                  <a:cubicBezTo>
                    <a:pt x="4275" y="923"/>
                    <a:pt x="4037" y="697"/>
                    <a:pt x="3727" y="554"/>
                  </a:cubicBezTo>
                  <a:lnTo>
                    <a:pt x="3692" y="531"/>
                  </a:lnTo>
                  <a:lnTo>
                    <a:pt x="3727" y="519"/>
                  </a:lnTo>
                  <a:cubicBezTo>
                    <a:pt x="3925" y="392"/>
                    <a:pt x="4142" y="329"/>
                    <a:pt x="4362" y="329"/>
                  </a:cubicBezTo>
                  <a:cubicBezTo>
                    <a:pt x="4553" y="329"/>
                    <a:pt x="4747" y="377"/>
                    <a:pt x="4930" y="471"/>
                  </a:cubicBezTo>
                  <a:cubicBezTo>
                    <a:pt x="5311" y="685"/>
                    <a:pt x="5537" y="1066"/>
                    <a:pt x="5537" y="1519"/>
                  </a:cubicBezTo>
                  <a:lnTo>
                    <a:pt x="5537" y="4031"/>
                  </a:lnTo>
                  <a:lnTo>
                    <a:pt x="5513" y="4031"/>
                  </a:lnTo>
                  <a:cubicBezTo>
                    <a:pt x="5156" y="4019"/>
                    <a:pt x="4918" y="3888"/>
                    <a:pt x="4751" y="3626"/>
                  </a:cubicBezTo>
                  <a:cubicBezTo>
                    <a:pt x="4719" y="3577"/>
                    <a:pt x="4652" y="3550"/>
                    <a:pt x="4590" y="3550"/>
                  </a:cubicBezTo>
                  <a:cubicBezTo>
                    <a:pt x="4562" y="3550"/>
                    <a:pt x="4535" y="3556"/>
                    <a:pt x="4513" y="3567"/>
                  </a:cubicBezTo>
                  <a:cubicBezTo>
                    <a:pt x="4442" y="3614"/>
                    <a:pt x="4406" y="3733"/>
                    <a:pt x="4454" y="3805"/>
                  </a:cubicBezTo>
                  <a:cubicBezTo>
                    <a:pt x="4680" y="4162"/>
                    <a:pt x="5037" y="4364"/>
                    <a:pt x="5490" y="4376"/>
                  </a:cubicBezTo>
                  <a:lnTo>
                    <a:pt x="5513" y="4376"/>
                  </a:lnTo>
                  <a:lnTo>
                    <a:pt x="5513" y="7008"/>
                  </a:lnTo>
                  <a:lnTo>
                    <a:pt x="5466" y="6984"/>
                  </a:lnTo>
                  <a:cubicBezTo>
                    <a:pt x="5240" y="6758"/>
                    <a:pt x="4930" y="6638"/>
                    <a:pt x="4620" y="6638"/>
                  </a:cubicBezTo>
                  <a:lnTo>
                    <a:pt x="3549" y="6638"/>
                  </a:lnTo>
                  <a:cubicBezTo>
                    <a:pt x="3454" y="6638"/>
                    <a:pt x="3370" y="6710"/>
                    <a:pt x="3370" y="6817"/>
                  </a:cubicBezTo>
                  <a:cubicBezTo>
                    <a:pt x="3370" y="6900"/>
                    <a:pt x="3442" y="6996"/>
                    <a:pt x="3549" y="6996"/>
                  </a:cubicBezTo>
                  <a:lnTo>
                    <a:pt x="4620" y="6996"/>
                  </a:lnTo>
                  <a:cubicBezTo>
                    <a:pt x="5109" y="6996"/>
                    <a:pt x="5490" y="7400"/>
                    <a:pt x="5490" y="7877"/>
                  </a:cubicBezTo>
                  <a:lnTo>
                    <a:pt x="5490" y="8258"/>
                  </a:lnTo>
                  <a:cubicBezTo>
                    <a:pt x="5490" y="8603"/>
                    <a:pt x="5347" y="8924"/>
                    <a:pt x="5073" y="9163"/>
                  </a:cubicBezTo>
                  <a:cubicBezTo>
                    <a:pt x="4859" y="9347"/>
                    <a:pt x="4589" y="9453"/>
                    <a:pt x="4310" y="9453"/>
                  </a:cubicBezTo>
                  <a:cubicBezTo>
                    <a:pt x="4247" y="9453"/>
                    <a:pt x="4184" y="9447"/>
                    <a:pt x="4120" y="9436"/>
                  </a:cubicBezTo>
                  <a:lnTo>
                    <a:pt x="4097" y="9436"/>
                  </a:lnTo>
                  <a:cubicBezTo>
                    <a:pt x="4061" y="9436"/>
                    <a:pt x="4025" y="9448"/>
                    <a:pt x="3989" y="9460"/>
                  </a:cubicBezTo>
                  <a:cubicBezTo>
                    <a:pt x="3942" y="9496"/>
                    <a:pt x="3930" y="9544"/>
                    <a:pt x="3918" y="9579"/>
                  </a:cubicBezTo>
                  <a:cubicBezTo>
                    <a:pt x="3906" y="9675"/>
                    <a:pt x="3966" y="9758"/>
                    <a:pt x="4061" y="9782"/>
                  </a:cubicBezTo>
                  <a:cubicBezTo>
                    <a:pt x="4137" y="9793"/>
                    <a:pt x="4213" y="9799"/>
                    <a:pt x="4289" y="9799"/>
                  </a:cubicBezTo>
                  <a:cubicBezTo>
                    <a:pt x="4842" y="9799"/>
                    <a:pt x="5372" y="9500"/>
                    <a:pt x="5644" y="9008"/>
                  </a:cubicBezTo>
                  <a:lnTo>
                    <a:pt x="5656" y="8972"/>
                  </a:lnTo>
                  <a:lnTo>
                    <a:pt x="5668" y="9008"/>
                  </a:lnTo>
                  <a:cubicBezTo>
                    <a:pt x="5951" y="9500"/>
                    <a:pt x="6473" y="9799"/>
                    <a:pt x="7024" y="9799"/>
                  </a:cubicBezTo>
                  <a:cubicBezTo>
                    <a:pt x="7100" y="9799"/>
                    <a:pt x="7176" y="9793"/>
                    <a:pt x="7252" y="9782"/>
                  </a:cubicBezTo>
                  <a:cubicBezTo>
                    <a:pt x="7335" y="9758"/>
                    <a:pt x="7418" y="9675"/>
                    <a:pt x="7395" y="9579"/>
                  </a:cubicBezTo>
                  <a:cubicBezTo>
                    <a:pt x="7395" y="9544"/>
                    <a:pt x="7371" y="9496"/>
                    <a:pt x="7323" y="9460"/>
                  </a:cubicBezTo>
                  <a:cubicBezTo>
                    <a:pt x="7288" y="9443"/>
                    <a:pt x="7260" y="9432"/>
                    <a:pt x="7228" y="9432"/>
                  </a:cubicBezTo>
                  <a:cubicBezTo>
                    <a:pt x="7217" y="9432"/>
                    <a:pt x="7205" y="9433"/>
                    <a:pt x="7192" y="9436"/>
                  </a:cubicBezTo>
                  <a:cubicBezTo>
                    <a:pt x="7129" y="9447"/>
                    <a:pt x="7066" y="9453"/>
                    <a:pt x="7003" y="9453"/>
                  </a:cubicBezTo>
                  <a:cubicBezTo>
                    <a:pt x="6723" y="9453"/>
                    <a:pt x="6454" y="9347"/>
                    <a:pt x="6240" y="9163"/>
                  </a:cubicBezTo>
                  <a:cubicBezTo>
                    <a:pt x="5978" y="8948"/>
                    <a:pt x="5823" y="8615"/>
                    <a:pt x="5823" y="8258"/>
                  </a:cubicBezTo>
                  <a:lnTo>
                    <a:pt x="5823" y="6746"/>
                  </a:lnTo>
                  <a:cubicBezTo>
                    <a:pt x="5823" y="6246"/>
                    <a:pt x="6228" y="5865"/>
                    <a:pt x="6704" y="5865"/>
                  </a:cubicBezTo>
                  <a:lnTo>
                    <a:pt x="8252" y="5865"/>
                  </a:lnTo>
                  <a:cubicBezTo>
                    <a:pt x="8335" y="5865"/>
                    <a:pt x="8430" y="5793"/>
                    <a:pt x="8430" y="5686"/>
                  </a:cubicBezTo>
                  <a:cubicBezTo>
                    <a:pt x="8430" y="5579"/>
                    <a:pt x="8359" y="5507"/>
                    <a:pt x="8252" y="5507"/>
                  </a:cubicBezTo>
                  <a:lnTo>
                    <a:pt x="6704" y="5507"/>
                  </a:lnTo>
                  <a:cubicBezTo>
                    <a:pt x="6383" y="5507"/>
                    <a:pt x="6085" y="5626"/>
                    <a:pt x="5847" y="5853"/>
                  </a:cubicBezTo>
                  <a:lnTo>
                    <a:pt x="5811" y="5876"/>
                  </a:lnTo>
                  <a:lnTo>
                    <a:pt x="5811" y="5210"/>
                  </a:lnTo>
                  <a:lnTo>
                    <a:pt x="5823" y="5210"/>
                  </a:lnTo>
                  <a:cubicBezTo>
                    <a:pt x="6549" y="5186"/>
                    <a:pt x="7133" y="4591"/>
                    <a:pt x="7133" y="3841"/>
                  </a:cubicBezTo>
                  <a:cubicBezTo>
                    <a:pt x="7133" y="3757"/>
                    <a:pt x="7061" y="3662"/>
                    <a:pt x="6954" y="3662"/>
                  </a:cubicBezTo>
                  <a:cubicBezTo>
                    <a:pt x="6859" y="3662"/>
                    <a:pt x="6775" y="3733"/>
                    <a:pt x="6775" y="3841"/>
                  </a:cubicBezTo>
                  <a:cubicBezTo>
                    <a:pt x="6775" y="4376"/>
                    <a:pt x="6359" y="4829"/>
                    <a:pt x="5823" y="4853"/>
                  </a:cubicBezTo>
                  <a:lnTo>
                    <a:pt x="5787" y="4853"/>
                  </a:lnTo>
                  <a:lnTo>
                    <a:pt x="5787" y="1543"/>
                  </a:lnTo>
                  <a:cubicBezTo>
                    <a:pt x="5787" y="1114"/>
                    <a:pt x="6013" y="709"/>
                    <a:pt x="6406" y="507"/>
                  </a:cubicBezTo>
                  <a:cubicBezTo>
                    <a:pt x="6582" y="408"/>
                    <a:pt x="6773" y="360"/>
                    <a:pt x="6963" y="360"/>
                  </a:cubicBezTo>
                  <a:cubicBezTo>
                    <a:pt x="7186" y="360"/>
                    <a:pt x="7410" y="426"/>
                    <a:pt x="7609" y="554"/>
                  </a:cubicBezTo>
                  <a:lnTo>
                    <a:pt x="7633" y="566"/>
                  </a:lnTo>
                  <a:lnTo>
                    <a:pt x="7728" y="602"/>
                  </a:lnTo>
                  <a:cubicBezTo>
                    <a:pt x="7430" y="733"/>
                    <a:pt x="7180" y="971"/>
                    <a:pt x="7002" y="1257"/>
                  </a:cubicBezTo>
                  <a:cubicBezTo>
                    <a:pt x="6954" y="1328"/>
                    <a:pt x="6966" y="1447"/>
                    <a:pt x="7061" y="1495"/>
                  </a:cubicBezTo>
                  <a:cubicBezTo>
                    <a:pt x="7086" y="1507"/>
                    <a:pt x="7116" y="1514"/>
                    <a:pt x="7147" y="1514"/>
                  </a:cubicBezTo>
                  <a:cubicBezTo>
                    <a:pt x="7206" y="1514"/>
                    <a:pt x="7268" y="1490"/>
                    <a:pt x="7299" y="1435"/>
                  </a:cubicBezTo>
                  <a:cubicBezTo>
                    <a:pt x="7526" y="1054"/>
                    <a:pt x="7918" y="816"/>
                    <a:pt x="8371" y="793"/>
                  </a:cubicBezTo>
                  <a:cubicBezTo>
                    <a:pt x="8405" y="790"/>
                    <a:pt x="8438" y="789"/>
                    <a:pt x="8471" y="789"/>
                  </a:cubicBezTo>
                  <a:cubicBezTo>
                    <a:pt x="8895" y="789"/>
                    <a:pt x="9271" y="998"/>
                    <a:pt x="9514" y="1340"/>
                  </a:cubicBezTo>
                  <a:cubicBezTo>
                    <a:pt x="9788" y="1709"/>
                    <a:pt x="9847" y="2186"/>
                    <a:pt x="9669" y="2602"/>
                  </a:cubicBezTo>
                  <a:cubicBezTo>
                    <a:pt x="9454" y="3114"/>
                    <a:pt x="8978" y="3436"/>
                    <a:pt x="8430" y="3436"/>
                  </a:cubicBezTo>
                  <a:cubicBezTo>
                    <a:pt x="8335" y="3436"/>
                    <a:pt x="8252" y="3519"/>
                    <a:pt x="8252" y="3614"/>
                  </a:cubicBezTo>
                  <a:cubicBezTo>
                    <a:pt x="8252" y="3721"/>
                    <a:pt x="8323" y="3793"/>
                    <a:pt x="8430" y="3793"/>
                  </a:cubicBezTo>
                  <a:cubicBezTo>
                    <a:pt x="9014" y="3793"/>
                    <a:pt x="9573" y="3483"/>
                    <a:pt x="9871" y="2983"/>
                  </a:cubicBezTo>
                  <a:lnTo>
                    <a:pt x="9883" y="2959"/>
                  </a:lnTo>
                  <a:lnTo>
                    <a:pt x="9907" y="2983"/>
                  </a:lnTo>
                  <a:cubicBezTo>
                    <a:pt x="10562" y="3257"/>
                    <a:pt x="10990" y="3841"/>
                    <a:pt x="11074" y="4555"/>
                  </a:cubicBezTo>
                  <a:cubicBezTo>
                    <a:pt x="11169" y="5269"/>
                    <a:pt x="10871" y="5936"/>
                    <a:pt x="10300" y="6353"/>
                  </a:cubicBezTo>
                  <a:lnTo>
                    <a:pt x="10288" y="6377"/>
                  </a:lnTo>
                  <a:lnTo>
                    <a:pt x="10276" y="6353"/>
                  </a:lnTo>
                  <a:cubicBezTo>
                    <a:pt x="9966" y="5984"/>
                    <a:pt x="9502" y="5781"/>
                    <a:pt x="9014" y="5781"/>
                  </a:cubicBezTo>
                  <a:cubicBezTo>
                    <a:pt x="8919" y="5781"/>
                    <a:pt x="8835" y="5853"/>
                    <a:pt x="8835" y="5960"/>
                  </a:cubicBezTo>
                  <a:cubicBezTo>
                    <a:pt x="8835" y="6055"/>
                    <a:pt x="8907" y="6138"/>
                    <a:pt x="9014" y="6138"/>
                  </a:cubicBezTo>
                  <a:cubicBezTo>
                    <a:pt x="9633" y="6138"/>
                    <a:pt x="10181" y="6579"/>
                    <a:pt x="10300" y="7186"/>
                  </a:cubicBezTo>
                  <a:cubicBezTo>
                    <a:pt x="10407" y="7698"/>
                    <a:pt x="10228" y="8186"/>
                    <a:pt x="9812" y="8496"/>
                  </a:cubicBezTo>
                  <a:cubicBezTo>
                    <a:pt x="9570" y="8688"/>
                    <a:pt x="9281" y="8786"/>
                    <a:pt x="8992" y="8786"/>
                  </a:cubicBezTo>
                  <a:cubicBezTo>
                    <a:pt x="8796" y="8786"/>
                    <a:pt x="8601" y="8742"/>
                    <a:pt x="8419" y="8651"/>
                  </a:cubicBezTo>
                  <a:cubicBezTo>
                    <a:pt x="8390" y="8643"/>
                    <a:pt x="8361" y="8632"/>
                    <a:pt x="8332" y="8632"/>
                  </a:cubicBezTo>
                  <a:cubicBezTo>
                    <a:pt x="8313" y="8632"/>
                    <a:pt x="8294" y="8637"/>
                    <a:pt x="8276" y="8651"/>
                  </a:cubicBezTo>
                  <a:cubicBezTo>
                    <a:pt x="8240" y="8663"/>
                    <a:pt x="8204" y="8698"/>
                    <a:pt x="8180" y="8758"/>
                  </a:cubicBezTo>
                  <a:cubicBezTo>
                    <a:pt x="8097" y="8948"/>
                    <a:pt x="7966" y="9127"/>
                    <a:pt x="7799" y="9258"/>
                  </a:cubicBezTo>
                  <a:cubicBezTo>
                    <a:pt x="7776" y="9294"/>
                    <a:pt x="7740" y="9329"/>
                    <a:pt x="7740" y="9377"/>
                  </a:cubicBezTo>
                  <a:cubicBezTo>
                    <a:pt x="7740" y="9425"/>
                    <a:pt x="7740" y="9472"/>
                    <a:pt x="7776" y="9508"/>
                  </a:cubicBezTo>
                  <a:cubicBezTo>
                    <a:pt x="7810" y="9556"/>
                    <a:pt x="7861" y="9581"/>
                    <a:pt x="7912" y="9581"/>
                  </a:cubicBezTo>
                  <a:cubicBezTo>
                    <a:pt x="7948" y="9581"/>
                    <a:pt x="7984" y="9568"/>
                    <a:pt x="8014" y="9544"/>
                  </a:cubicBezTo>
                  <a:cubicBezTo>
                    <a:pt x="8180" y="9413"/>
                    <a:pt x="8311" y="9258"/>
                    <a:pt x="8419" y="9079"/>
                  </a:cubicBezTo>
                  <a:lnTo>
                    <a:pt x="8430" y="9067"/>
                  </a:lnTo>
                  <a:lnTo>
                    <a:pt x="8442" y="9067"/>
                  </a:lnTo>
                  <a:cubicBezTo>
                    <a:pt x="8618" y="9127"/>
                    <a:pt x="8801" y="9156"/>
                    <a:pt x="8983" y="9156"/>
                  </a:cubicBezTo>
                  <a:cubicBezTo>
                    <a:pt x="9343" y="9156"/>
                    <a:pt x="9702" y="9043"/>
                    <a:pt x="10002" y="8829"/>
                  </a:cubicBezTo>
                  <a:cubicBezTo>
                    <a:pt x="10466" y="8484"/>
                    <a:pt x="10705" y="7960"/>
                    <a:pt x="10681" y="7400"/>
                  </a:cubicBezTo>
                  <a:cubicBezTo>
                    <a:pt x="10657" y="7162"/>
                    <a:pt x="10597" y="6924"/>
                    <a:pt x="10478" y="6710"/>
                  </a:cubicBezTo>
                  <a:lnTo>
                    <a:pt x="10466" y="6698"/>
                  </a:lnTo>
                  <a:lnTo>
                    <a:pt x="10478" y="6686"/>
                  </a:lnTo>
                  <a:cubicBezTo>
                    <a:pt x="11097" y="6198"/>
                    <a:pt x="11431" y="5507"/>
                    <a:pt x="11431" y="4769"/>
                  </a:cubicBezTo>
                  <a:cubicBezTo>
                    <a:pt x="11431" y="3841"/>
                    <a:pt x="10883" y="3007"/>
                    <a:pt x="10038" y="2638"/>
                  </a:cubicBezTo>
                  <a:lnTo>
                    <a:pt x="10026" y="2626"/>
                  </a:lnTo>
                  <a:lnTo>
                    <a:pt x="10026" y="2602"/>
                  </a:lnTo>
                  <a:cubicBezTo>
                    <a:pt x="10204" y="2055"/>
                    <a:pt x="10062" y="1459"/>
                    <a:pt x="9693" y="1019"/>
                  </a:cubicBezTo>
                  <a:cubicBezTo>
                    <a:pt x="9378" y="633"/>
                    <a:pt x="8907" y="429"/>
                    <a:pt x="8421" y="429"/>
                  </a:cubicBezTo>
                  <a:cubicBezTo>
                    <a:pt x="8337" y="429"/>
                    <a:pt x="8253" y="435"/>
                    <a:pt x="8169" y="447"/>
                  </a:cubicBezTo>
                  <a:lnTo>
                    <a:pt x="8157" y="447"/>
                  </a:lnTo>
                  <a:lnTo>
                    <a:pt x="8145" y="435"/>
                  </a:lnTo>
                  <a:cubicBezTo>
                    <a:pt x="7855" y="156"/>
                    <a:pt x="7473" y="2"/>
                    <a:pt x="7076" y="2"/>
                  </a:cubicBezTo>
                  <a:cubicBezTo>
                    <a:pt x="7000" y="2"/>
                    <a:pt x="6923" y="7"/>
                    <a:pt x="6847" y="19"/>
                  </a:cubicBezTo>
                  <a:cubicBezTo>
                    <a:pt x="6371" y="90"/>
                    <a:pt x="5966" y="376"/>
                    <a:pt x="5728" y="793"/>
                  </a:cubicBezTo>
                  <a:lnTo>
                    <a:pt x="5716" y="816"/>
                  </a:lnTo>
                  <a:lnTo>
                    <a:pt x="5704" y="793"/>
                  </a:lnTo>
                  <a:cubicBezTo>
                    <a:pt x="5466" y="376"/>
                    <a:pt x="5061" y="90"/>
                    <a:pt x="4585" y="19"/>
                  </a:cubicBezTo>
                  <a:cubicBezTo>
                    <a:pt x="4505" y="7"/>
                    <a:pt x="4426" y="1"/>
                    <a:pt x="4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36" name="ZoneTexte 1035">
              <a:extLst>
                <a:ext uri="{FF2B5EF4-FFF2-40B4-BE49-F238E27FC236}">
                  <a16:creationId xmlns:a16="http://schemas.microsoft.com/office/drawing/2014/main" id="{03BC2330-89A6-9A50-E4AB-4C53CA7EB0B7}"/>
                </a:ext>
              </a:extLst>
            </p:cNvPr>
            <p:cNvSpPr txBox="1"/>
            <p:nvPr/>
          </p:nvSpPr>
          <p:spPr>
            <a:xfrm>
              <a:off x="6378166" y="2774195"/>
              <a:ext cx="11412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Modèle BERT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498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32"/>
          <p:cNvGrpSpPr/>
          <p:nvPr/>
        </p:nvGrpSpPr>
        <p:grpSpPr>
          <a:xfrm rot="10800000">
            <a:off x="3188769" y="4079806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D3AB7670-5535-4EB3-E7D5-F0F1E29A62EC}"/>
              </a:ext>
            </a:extLst>
          </p:cNvPr>
          <p:cNvCxnSpPr>
            <a:cxnSpLocks/>
          </p:cNvCxnSpPr>
          <p:nvPr/>
        </p:nvCxnSpPr>
        <p:spPr>
          <a:xfrm>
            <a:off x="2321733" y="2417513"/>
            <a:ext cx="1337921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53" name="Groupe 52">
            <a:extLst>
              <a:ext uri="{FF2B5EF4-FFF2-40B4-BE49-F238E27FC236}">
                <a16:creationId xmlns:a16="http://schemas.microsoft.com/office/drawing/2014/main" id="{95B88386-F75A-A3A7-7C69-B0AA98042150}"/>
              </a:ext>
            </a:extLst>
          </p:cNvPr>
          <p:cNvGrpSpPr/>
          <p:nvPr/>
        </p:nvGrpSpPr>
        <p:grpSpPr>
          <a:xfrm>
            <a:off x="1101247" y="1928714"/>
            <a:ext cx="1176506" cy="1106807"/>
            <a:chOff x="3340193" y="1923993"/>
            <a:chExt cx="1140999" cy="957634"/>
          </a:xfrm>
        </p:grpSpPr>
        <p:grpSp>
          <p:nvGrpSpPr>
            <p:cNvPr id="15" name="Google Shape;12042;p66">
              <a:extLst>
                <a:ext uri="{FF2B5EF4-FFF2-40B4-BE49-F238E27FC236}">
                  <a16:creationId xmlns:a16="http://schemas.microsoft.com/office/drawing/2014/main" id="{31247ED5-EA1A-86B1-6F14-BD8E1AF0C8EE}"/>
                </a:ext>
              </a:extLst>
            </p:cNvPr>
            <p:cNvGrpSpPr/>
            <p:nvPr/>
          </p:nvGrpSpPr>
          <p:grpSpPr>
            <a:xfrm>
              <a:off x="3340193" y="1923993"/>
              <a:ext cx="1115015" cy="701863"/>
              <a:chOff x="2194468" y="2938865"/>
              <a:chExt cx="355993" cy="267766"/>
            </a:xfrm>
          </p:grpSpPr>
          <p:sp>
            <p:nvSpPr>
              <p:cNvPr id="16" name="Google Shape;12043;p66">
                <a:extLst>
                  <a:ext uri="{FF2B5EF4-FFF2-40B4-BE49-F238E27FC236}">
                    <a16:creationId xmlns:a16="http://schemas.microsoft.com/office/drawing/2014/main" id="{A018FD6F-A084-E807-9AD8-3F42E393C184}"/>
                  </a:ext>
                </a:extLst>
              </p:cNvPr>
              <p:cNvSpPr/>
              <p:nvPr/>
            </p:nvSpPr>
            <p:spPr>
              <a:xfrm>
                <a:off x="2194468" y="2938865"/>
                <a:ext cx="355993" cy="267766"/>
              </a:xfrm>
              <a:custGeom>
                <a:avLst/>
                <a:gdLst/>
                <a:ahLst/>
                <a:cxnLst/>
                <a:rect l="l" t="t" r="r" b="b"/>
                <a:pathLst>
                  <a:path w="11193" h="8419" extrusionOk="0">
                    <a:moveTo>
                      <a:pt x="10859" y="1727"/>
                    </a:moveTo>
                    <a:lnTo>
                      <a:pt x="10859" y="7692"/>
                    </a:lnTo>
                    <a:cubicBezTo>
                      <a:pt x="10859" y="7919"/>
                      <a:pt x="10680" y="8097"/>
                      <a:pt x="10466" y="8097"/>
                    </a:cubicBezTo>
                    <a:lnTo>
                      <a:pt x="727" y="8097"/>
                    </a:lnTo>
                    <a:cubicBezTo>
                      <a:pt x="501" y="8097"/>
                      <a:pt x="322" y="7919"/>
                      <a:pt x="322" y="7692"/>
                    </a:cubicBezTo>
                    <a:lnTo>
                      <a:pt x="322" y="1727"/>
                    </a:lnTo>
                    <a:close/>
                    <a:moveTo>
                      <a:pt x="727" y="1"/>
                    </a:moveTo>
                    <a:cubicBezTo>
                      <a:pt x="322" y="1"/>
                      <a:pt x="0" y="322"/>
                      <a:pt x="0" y="727"/>
                    </a:cubicBezTo>
                    <a:lnTo>
                      <a:pt x="0" y="7692"/>
                    </a:lnTo>
                    <a:cubicBezTo>
                      <a:pt x="0" y="8097"/>
                      <a:pt x="322" y="8419"/>
                      <a:pt x="727" y="8419"/>
                    </a:cubicBezTo>
                    <a:lnTo>
                      <a:pt x="10466" y="8419"/>
                    </a:lnTo>
                    <a:cubicBezTo>
                      <a:pt x="10859" y="8419"/>
                      <a:pt x="11192" y="8097"/>
                      <a:pt x="11192" y="7692"/>
                    </a:cubicBezTo>
                    <a:lnTo>
                      <a:pt x="11192" y="727"/>
                    </a:lnTo>
                    <a:cubicBezTo>
                      <a:pt x="11192" y="322"/>
                      <a:pt x="10859" y="1"/>
                      <a:pt x="10466" y="1"/>
                    </a:cubicBezTo>
                    <a:lnTo>
                      <a:pt x="3644" y="1"/>
                    </a:lnTo>
                    <a:cubicBezTo>
                      <a:pt x="3560" y="1"/>
                      <a:pt x="3477" y="72"/>
                      <a:pt x="3477" y="168"/>
                    </a:cubicBezTo>
                    <a:cubicBezTo>
                      <a:pt x="3477" y="251"/>
                      <a:pt x="3560" y="322"/>
                      <a:pt x="3644" y="322"/>
                    </a:cubicBezTo>
                    <a:lnTo>
                      <a:pt x="10466" y="322"/>
                    </a:lnTo>
                    <a:cubicBezTo>
                      <a:pt x="10680" y="322"/>
                      <a:pt x="10859" y="501"/>
                      <a:pt x="10859" y="727"/>
                    </a:cubicBezTo>
                    <a:lnTo>
                      <a:pt x="10859" y="1394"/>
                    </a:lnTo>
                    <a:lnTo>
                      <a:pt x="322" y="1394"/>
                    </a:lnTo>
                    <a:lnTo>
                      <a:pt x="322" y="727"/>
                    </a:lnTo>
                    <a:cubicBezTo>
                      <a:pt x="322" y="501"/>
                      <a:pt x="501" y="322"/>
                      <a:pt x="727" y="322"/>
                    </a:cubicBezTo>
                    <a:lnTo>
                      <a:pt x="2989" y="322"/>
                    </a:lnTo>
                    <a:cubicBezTo>
                      <a:pt x="3084" y="322"/>
                      <a:pt x="3156" y="251"/>
                      <a:pt x="3156" y="156"/>
                    </a:cubicBezTo>
                    <a:cubicBezTo>
                      <a:pt x="3156" y="72"/>
                      <a:pt x="3084" y="1"/>
                      <a:pt x="29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7" name="Google Shape;12044;p66">
                <a:extLst>
                  <a:ext uri="{FF2B5EF4-FFF2-40B4-BE49-F238E27FC236}">
                    <a16:creationId xmlns:a16="http://schemas.microsoft.com/office/drawing/2014/main" id="{DC0A21D4-7576-7DFA-200C-3C67DA40CC0A}"/>
                  </a:ext>
                </a:extLst>
              </p:cNvPr>
              <p:cNvSpPr/>
              <p:nvPr/>
            </p:nvSpPr>
            <p:spPr>
              <a:xfrm>
                <a:off x="2217940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84" y="0"/>
                      <a:pt x="1" y="72"/>
                      <a:pt x="1" y="167"/>
                    </a:cubicBezTo>
                    <a:cubicBezTo>
                      <a:pt x="1" y="251"/>
                      <a:pt x="84" y="334"/>
                      <a:pt x="167" y="334"/>
                    </a:cubicBezTo>
                    <a:lnTo>
                      <a:pt x="1060" y="334"/>
                    </a:lnTo>
                    <a:cubicBezTo>
                      <a:pt x="1156" y="334"/>
                      <a:pt x="1227" y="251"/>
                      <a:pt x="1227" y="167"/>
                    </a:cubicBezTo>
                    <a:cubicBezTo>
                      <a:pt x="1227" y="72"/>
                      <a:pt x="1156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8" name="Google Shape;12045;p66">
                <a:extLst>
                  <a:ext uri="{FF2B5EF4-FFF2-40B4-BE49-F238E27FC236}">
                    <a16:creationId xmlns:a16="http://schemas.microsoft.com/office/drawing/2014/main" id="{AF77C7E3-56AD-43AB-2D70-AA5370D4C1F1}"/>
                  </a:ext>
                </a:extLst>
              </p:cNvPr>
              <p:cNvSpPr/>
              <p:nvPr/>
            </p:nvSpPr>
            <p:spPr>
              <a:xfrm>
                <a:off x="2270959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84" y="0"/>
                      <a:pt x="1" y="72"/>
                      <a:pt x="1" y="167"/>
                    </a:cubicBezTo>
                    <a:cubicBezTo>
                      <a:pt x="1" y="251"/>
                      <a:pt x="84" y="334"/>
                      <a:pt x="167" y="334"/>
                    </a:cubicBezTo>
                    <a:lnTo>
                      <a:pt x="1060" y="334"/>
                    </a:lnTo>
                    <a:cubicBezTo>
                      <a:pt x="1155" y="334"/>
                      <a:pt x="1227" y="251"/>
                      <a:pt x="1227" y="167"/>
                    </a:cubicBezTo>
                    <a:cubicBezTo>
                      <a:pt x="1227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7" name="Google Shape;12046;p66">
                <a:extLst>
                  <a:ext uri="{FF2B5EF4-FFF2-40B4-BE49-F238E27FC236}">
                    <a16:creationId xmlns:a16="http://schemas.microsoft.com/office/drawing/2014/main" id="{D18DF143-EA44-128A-BE3F-1A1A36C9F7B6}"/>
                  </a:ext>
                </a:extLst>
              </p:cNvPr>
              <p:cNvSpPr/>
              <p:nvPr/>
            </p:nvSpPr>
            <p:spPr>
              <a:xfrm>
                <a:off x="2323978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060" y="334"/>
                    </a:lnTo>
                    <a:cubicBezTo>
                      <a:pt x="1155" y="334"/>
                      <a:pt x="1227" y="251"/>
                      <a:pt x="1227" y="167"/>
                    </a:cubicBezTo>
                    <a:cubicBezTo>
                      <a:pt x="1227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Google Shape;12047;p66">
                <a:extLst>
                  <a:ext uri="{FF2B5EF4-FFF2-40B4-BE49-F238E27FC236}">
                    <a16:creationId xmlns:a16="http://schemas.microsoft.com/office/drawing/2014/main" id="{1080620F-C0B0-0CB8-38D1-127B8913C4DB}"/>
                  </a:ext>
                </a:extLst>
              </p:cNvPr>
              <p:cNvSpPr/>
              <p:nvPr/>
            </p:nvSpPr>
            <p:spPr>
              <a:xfrm>
                <a:off x="2376996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1"/>
                      <a:pt x="72" y="334"/>
                      <a:pt x="167" y="334"/>
                    </a:cubicBezTo>
                    <a:lnTo>
                      <a:pt x="1060" y="334"/>
                    </a:lnTo>
                    <a:cubicBezTo>
                      <a:pt x="1155" y="334"/>
                      <a:pt x="1227" y="251"/>
                      <a:pt x="1227" y="167"/>
                    </a:cubicBezTo>
                    <a:cubicBezTo>
                      <a:pt x="1227" y="72"/>
                      <a:pt x="1155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Google Shape;12048;p66">
                <a:extLst>
                  <a:ext uri="{FF2B5EF4-FFF2-40B4-BE49-F238E27FC236}">
                    <a16:creationId xmlns:a16="http://schemas.microsoft.com/office/drawing/2014/main" id="{5BB8CD63-1AF9-120E-B822-423ACC419066}"/>
                  </a:ext>
                </a:extLst>
              </p:cNvPr>
              <p:cNvSpPr/>
              <p:nvPr/>
            </p:nvSpPr>
            <p:spPr>
              <a:xfrm>
                <a:off x="2429634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1"/>
                      <a:pt x="72" y="334"/>
                      <a:pt x="167" y="334"/>
                    </a:cubicBezTo>
                    <a:lnTo>
                      <a:pt x="1060" y="334"/>
                    </a:lnTo>
                    <a:cubicBezTo>
                      <a:pt x="1143" y="334"/>
                      <a:pt x="1227" y="251"/>
                      <a:pt x="1227" y="167"/>
                    </a:cubicBezTo>
                    <a:cubicBezTo>
                      <a:pt x="1227" y="72"/>
                      <a:pt x="1143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4" name="Google Shape;12049;p66">
                <a:extLst>
                  <a:ext uri="{FF2B5EF4-FFF2-40B4-BE49-F238E27FC236}">
                    <a16:creationId xmlns:a16="http://schemas.microsoft.com/office/drawing/2014/main" id="{A48876B2-5B0D-910E-8615-206D31C062C8}"/>
                  </a:ext>
                </a:extLst>
              </p:cNvPr>
              <p:cNvSpPr/>
              <p:nvPr/>
            </p:nvSpPr>
            <p:spPr>
              <a:xfrm>
                <a:off x="2482653" y="3005528"/>
                <a:ext cx="39025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1227" h="334" extrusionOk="0">
                    <a:moveTo>
                      <a:pt x="167" y="0"/>
                    </a:moveTo>
                    <a:cubicBezTo>
                      <a:pt x="72" y="0"/>
                      <a:pt x="0" y="72"/>
                      <a:pt x="0" y="167"/>
                    </a:cubicBezTo>
                    <a:cubicBezTo>
                      <a:pt x="0" y="251"/>
                      <a:pt x="72" y="334"/>
                      <a:pt x="167" y="334"/>
                    </a:cubicBezTo>
                    <a:lnTo>
                      <a:pt x="1060" y="334"/>
                    </a:lnTo>
                    <a:cubicBezTo>
                      <a:pt x="1143" y="334"/>
                      <a:pt x="1226" y="251"/>
                      <a:pt x="1226" y="167"/>
                    </a:cubicBezTo>
                    <a:cubicBezTo>
                      <a:pt x="1215" y="72"/>
                      <a:pt x="1143" y="0"/>
                      <a:pt x="10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5" name="Google Shape;12050;p66">
                <a:extLst>
                  <a:ext uri="{FF2B5EF4-FFF2-40B4-BE49-F238E27FC236}">
                    <a16:creationId xmlns:a16="http://schemas.microsoft.com/office/drawing/2014/main" id="{A0F78E17-FB47-6661-3632-3B7B638D5DDC}"/>
                  </a:ext>
                </a:extLst>
              </p:cNvPr>
              <p:cNvSpPr/>
              <p:nvPr/>
            </p:nvSpPr>
            <p:spPr>
              <a:xfrm>
                <a:off x="2223251" y="2962369"/>
                <a:ext cx="259433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8157" h="334" extrusionOk="0">
                    <a:moveTo>
                      <a:pt x="167" y="0"/>
                    </a:moveTo>
                    <a:cubicBezTo>
                      <a:pt x="72" y="0"/>
                      <a:pt x="0" y="84"/>
                      <a:pt x="0" y="167"/>
                    </a:cubicBezTo>
                    <a:cubicBezTo>
                      <a:pt x="0" y="262"/>
                      <a:pt x="72" y="334"/>
                      <a:pt x="167" y="334"/>
                    </a:cubicBezTo>
                    <a:lnTo>
                      <a:pt x="7989" y="334"/>
                    </a:lnTo>
                    <a:cubicBezTo>
                      <a:pt x="8085" y="334"/>
                      <a:pt x="8156" y="262"/>
                      <a:pt x="8156" y="167"/>
                    </a:cubicBezTo>
                    <a:cubicBezTo>
                      <a:pt x="8156" y="84"/>
                      <a:pt x="8085" y="0"/>
                      <a:pt x="79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8" name="Google Shape;12051;p66">
                <a:extLst>
                  <a:ext uri="{FF2B5EF4-FFF2-40B4-BE49-F238E27FC236}">
                    <a16:creationId xmlns:a16="http://schemas.microsoft.com/office/drawing/2014/main" id="{0E5A4A13-976C-79AB-687F-32686BDB26DB}"/>
                  </a:ext>
                </a:extLst>
              </p:cNvPr>
              <p:cNvSpPr/>
              <p:nvPr/>
            </p:nvSpPr>
            <p:spPr>
              <a:xfrm>
                <a:off x="2502340" y="2954927"/>
                <a:ext cx="30692" cy="25635"/>
              </a:xfrm>
              <a:custGeom>
                <a:avLst/>
                <a:gdLst/>
                <a:ahLst/>
                <a:cxnLst/>
                <a:rect l="l" t="t" r="r" b="b"/>
                <a:pathLst>
                  <a:path w="965" h="806" extrusionOk="0">
                    <a:moveTo>
                      <a:pt x="228" y="0"/>
                    </a:moveTo>
                    <a:cubicBezTo>
                      <a:pt x="183" y="0"/>
                      <a:pt x="139" y="18"/>
                      <a:pt x="107" y="56"/>
                    </a:cubicBezTo>
                    <a:cubicBezTo>
                      <a:pt x="48" y="139"/>
                      <a:pt x="48" y="234"/>
                      <a:pt x="119" y="294"/>
                    </a:cubicBezTo>
                    <a:lnTo>
                      <a:pt x="238" y="401"/>
                    </a:lnTo>
                    <a:lnTo>
                      <a:pt x="119" y="508"/>
                    </a:lnTo>
                    <a:cubicBezTo>
                      <a:pt x="0" y="615"/>
                      <a:pt x="84" y="806"/>
                      <a:pt x="226" y="806"/>
                    </a:cubicBezTo>
                    <a:cubicBezTo>
                      <a:pt x="334" y="806"/>
                      <a:pt x="357" y="734"/>
                      <a:pt x="488" y="627"/>
                    </a:cubicBezTo>
                    <a:cubicBezTo>
                      <a:pt x="596" y="734"/>
                      <a:pt x="643" y="806"/>
                      <a:pt x="738" y="806"/>
                    </a:cubicBezTo>
                    <a:cubicBezTo>
                      <a:pt x="881" y="806"/>
                      <a:pt x="965" y="615"/>
                      <a:pt x="846" y="508"/>
                    </a:cubicBezTo>
                    <a:lnTo>
                      <a:pt x="750" y="401"/>
                    </a:lnTo>
                    <a:lnTo>
                      <a:pt x="869" y="294"/>
                    </a:lnTo>
                    <a:cubicBezTo>
                      <a:pt x="941" y="234"/>
                      <a:pt x="941" y="139"/>
                      <a:pt x="881" y="56"/>
                    </a:cubicBezTo>
                    <a:cubicBezTo>
                      <a:pt x="850" y="18"/>
                      <a:pt x="806" y="0"/>
                      <a:pt x="761" y="0"/>
                    </a:cubicBezTo>
                    <a:cubicBezTo>
                      <a:pt x="720" y="0"/>
                      <a:pt x="677" y="15"/>
                      <a:pt x="643" y="44"/>
                    </a:cubicBezTo>
                    <a:lnTo>
                      <a:pt x="500" y="175"/>
                    </a:lnTo>
                    <a:lnTo>
                      <a:pt x="346" y="44"/>
                    </a:lnTo>
                    <a:cubicBezTo>
                      <a:pt x="311" y="15"/>
                      <a:pt x="269" y="0"/>
                      <a:pt x="2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9" name="Google Shape;12052;p66">
                <a:extLst>
                  <a:ext uri="{FF2B5EF4-FFF2-40B4-BE49-F238E27FC236}">
                    <a16:creationId xmlns:a16="http://schemas.microsoft.com/office/drawing/2014/main" id="{780B0498-03CF-E985-D603-D5F95B085B94}"/>
                  </a:ext>
                </a:extLst>
              </p:cNvPr>
              <p:cNvSpPr/>
              <p:nvPr/>
            </p:nvSpPr>
            <p:spPr>
              <a:xfrm>
                <a:off x="2217940" y="3032404"/>
                <a:ext cx="101140" cy="83361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2621" extrusionOk="0">
                    <a:moveTo>
                      <a:pt x="525" y="1"/>
                    </a:moveTo>
                    <a:cubicBezTo>
                      <a:pt x="227" y="1"/>
                      <a:pt x="1" y="239"/>
                      <a:pt x="1" y="525"/>
                    </a:cubicBezTo>
                    <a:lnTo>
                      <a:pt x="1" y="2465"/>
                    </a:lnTo>
                    <a:cubicBezTo>
                      <a:pt x="1" y="2549"/>
                      <a:pt x="84" y="2620"/>
                      <a:pt x="167" y="2620"/>
                    </a:cubicBezTo>
                    <a:cubicBezTo>
                      <a:pt x="263" y="2620"/>
                      <a:pt x="334" y="2549"/>
                      <a:pt x="334" y="2465"/>
                    </a:cubicBezTo>
                    <a:lnTo>
                      <a:pt x="334" y="525"/>
                    </a:lnTo>
                    <a:cubicBezTo>
                      <a:pt x="334" y="418"/>
                      <a:pt x="417" y="334"/>
                      <a:pt x="525" y="334"/>
                    </a:cubicBezTo>
                    <a:lnTo>
                      <a:pt x="3013" y="334"/>
                    </a:lnTo>
                    <a:cubicBezTo>
                      <a:pt x="3096" y="334"/>
                      <a:pt x="3180" y="263"/>
                      <a:pt x="3180" y="168"/>
                    </a:cubicBezTo>
                    <a:cubicBezTo>
                      <a:pt x="3180" y="84"/>
                      <a:pt x="3096" y="1"/>
                      <a:pt x="301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1" name="Google Shape;12053;p66">
                <a:extLst>
                  <a:ext uri="{FF2B5EF4-FFF2-40B4-BE49-F238E27FC236}">
                    <a16:creationId xmlns:a16="http://schemas.microsoft.com/office/drawing/2014/main" id="{449F04CE-AB2E-0A00-D950-765338F6F24B}"/>
                  </a:ext>
                </a:extLst>
              </p:cNvPr>
              <p:cNvSpPr/>
              <p:nvPr/>
            </p:nvSpPr>
            <p:spPr>
              <a:xfrm>
                <a:off x="2217558" y="3082401"/>
                <a:ext cx="133708" cy="96592"/>
              </a:xfrm>
              <a:custGeom>
                <a:avLst/>
                <a:gdLst/>
                <a:ahLst/>
                <a:cxnLst/>
                <a:rect l="l" t="t" r="r" b="b"/>
                <a:pathLst>
                  <a:path w="4204" h="3037" extrusionOk="0">
                    <a:moveTo>
                      <a:pt x="1918" y="322"/>
                    </a:moveTo>
                    <a:cubicBezTo>
                      <a:pt x="2061" y="322"/>
                      <a:pt x="2180" y="393"/>
                      <a:pt x="2239" y="512"/>
                    </a:cubicBezTo>
                    <a:lnTo>
                      <a:pt x="2549" y="1143"/>
                    </a:lnTo>
                    <a:cubicBezTo>
                      <a:pt x="2382" y="1322"/>
                      <a:pt x="2156" y="1405"/>
                      <a:pt x="1918" y="1405"/>
                    </a:cubicBezTo>
                    <a:cubicBezTo>
                      <a:pt x="1680" y="1405"/>
                      <a:pt x="1465" y="1298"/>
                      <a:pt x="1299" y="1143"/>
                    </a:cubicBezTo>
                    <a:lnTo>
                      <a:pt x="1608" y="512"/>
                    </a:lnTo>
                    <a:cubicBezTo>
                      <a:pt x="1668" y="393"/>
                      <a:pt x="1787" y="322"/>
                      <a:pt x="1918" y="322"/>
                    </a:cubicBezTo>
                    <a:close/>
                    <a:moveTo>
                      <a:pt x="2727" y="1453"/>
                    </a:moveTo>
                    <a:lnTo>
                      <a:pt x="3346" y="2691"/>
                    </a:lnTo>
                    <a:lnTo>
                      <a:pt x="525" y="2691"/>
                    </a:lnTo>
                    <a:lnTo>
                      <a:pt x="1144" y="1453"/>
                    </a:lnTo>
                    <a:cubicBezTo>
                      <a:pt x="1370" y="1644"/>
                      <a:pt x="1644" y="1751"/>
                      <a:pt x="1941" y="1751"/>
                    </a:cubicBezTo>
                    <a:cubicBezTo>
                      <a:pt x="2239" y="1751"/>
                      <a:pt x="2501" y="1644"/>
                      <a:pt x="2727" y="1453"/>
                    </a:cubicBezTo>
                    <a:close/>
                    <a:moveTo>
                      <a:pt x="1918" y="0"/>
                    </a:moveTo>
                    <a:cubicBezTo>
                      <a:pt x="1668" y="0"/>
                      <a:pt x="1430" y="143"/>
                      <a:pt x="1310" y="370"/>
                    </a:cubicBezTo>
                    <a:lnTo>
                      <a:pt x="941" y="1084"/>
                    </a:lnTo>
                    <a:lnTo>
                      <a:pt x="322" y="2275"/>
                    </a:lnTo>
                    <a:lnTo>
                      <a:pt x="322" y="1572"/>
                    </a:lnTo>
                    <a:cubicBezTo>
                      <a:pt x="322" y="1489"/>
                      <a:pt x="251" y="1405"/>
                      <a:pt x="167" y="1405"/>
                    </a:cubicBezTo>
                    <a:cubicBezTo>
                      <a:pt x="72" y="1405"/>
                      <a:pt x="1" y="1489"/>
                      <a:pt x="1" y="1572"/>
                    </a:cubicBezTo>
                    <a:lnTo>
                      <a:pt x="1" y="2501"/>
                    </a:lnTo>
                    <a:cubicBezTo>
                      <a:pt x="1" y="2644"/>
                      <a:pt x="60" y="2775"/>
                      <a:pt x="167" y="2882"/>
                    </a:cubicBezTo>
                    <a:cubicBezTo>
                      <a:pt x="263" y="2977"/>
                      <a:pt x="382" y="3037"/>
                      <a:pt x="525" y="3037"/>
                    </a:cubicBezTo>
                    <a:lnTo>
                      <a:pt x="4001" y="3037"/>
                    </a:lnTo>
                    <a:cubicBezTo>
                      <a:pt x="4097" y="3037"/>
                      <a:pt x="4168" y="2953"/>
                      <a:pt x="4168" y="2870"/>
                    </a:cubicBezTo>
                    <a:cubicBezTo>
                      <a:pt x="4204" y="2763"/>
                      <a:pt x="4120" y="2691"/>
                      <a:pt x="4037" y="2691"/>
                    </a:cubicBezTo>
                    <a:lnTo>
                      <a:pt x="3704" y="2691"/>
                    </a:lnTo>
                    <a:lnTo>
                      <a:pt x="2537" y="370"/>
                    </a:lnTo>
                    <a:cubicBezTo>
                      <a:pt x="2418" y="131"/>
                      <a:pt x="2180" y="0"/>
                      <a:pt x="191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2" name="Google Shape;12054;p66">
                <a:extLst>
                  <a:ext uri="{FF2B5EF4-FFF2-40B4-BE49-F238E27FC236}">
                    <a16:creationId xmlns:a16="http://schemas.microsoft.com/office/drawing/2014/main" id="{4E928A3B-9271-C681-3EC0-FC7E8E65D95C}"/>
                  </a:ext>
                </a:extLst>
              </p:cNvPr>
              <p:cNvSpPr/>
              <p:nvPr/>
            </p:nvSpPr>
            <p:spPr>
              <a:xfrm>
                <a:off x="2329671" y="3032404"/>
                <a:ext cx="82566" cy="145444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4573" extrusionOk="0">
                    <a:moveTo>
                      <a:pt x="167" y="1"/>
                    </a:moveTo>
                    <a:cubicBezTo>
                      <a:pt x="71" y="1"/>
                      <a:pt x="0" y="84"/>
                      <a:pt x="0" y="168"/>
                    </a:cubicBezTo>
                    <a:cubicBezTo>
                      <a:pt x="0" y="263"/>
                      <a:pt x="71" y="334"/>
                      <a:pt x="167" y="334"/>
                    </a:cubicBezTo>
                    <a:lnTo>
                      <a:pt x="2072" y="334"/>
                    </a:lnTo>
                    <a:cubicBezTo>
                      <a:pt x="2179" y="334"/>
                      <a:pt x="2262" y="418"/>
                      <a:pt x="2262" y="525"/>
                    </a:cubicBezTo>
                    <a:lnTo>
                      <a:pt x="2262" y="4049"/>
                    </a:lnTo>
                    <a:cubicBezTo>
                      <a:pt x="2262" y="4156"/>
                      <a:pt x="2179" y="4251"/>
                      <a:pt x="2072" y="4251"/>
                    </a:cubicBezTo>
                    <a:lnTo>
                      <a:pt x="1179" y="4251"/>
                    </a:lnTo>
                    <a:cubicBezTo>
                      <a:pt x="1095" y="4251"/>
                      <a:pt x="1012" y="4323"/>
                      <a:pt x="1012" y="4406"/>
                    </a:cubicBezTo>
                    <a:cubicBezTo>
                      <a:pt x="1012" y="4501"/>
                      <a:pt x="1095" y="4573"/>
                      <a:pt x="1179" y="4573"/>
                    </a:cubicBezTo>
                    <a:lnTo>
                      <a:pt x="2072" y="4573"/>
                    </a:lnTo>
                    <a:cubicBezTo>
                      <a:pt x="2369" y="4573"/>
                      <a:pt x="2596" y="4335"/>
                      <a:pt x="2596" y="4049"/>
                    </a:cubicBezTo>
                    <a:lnTo>
                      <a:pt x="2596" y="525"/>
                    </a:lnTo>
                    <a:cubicBezTo>
                      <a:pt x="2596" y="239"/>
                      <a:pt x="2357" y="1"/>
                      <a:pt x="20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43" name="Google Shape;12055;p66">
                <a:extLst>
                  <a:ext uri="{FF2B5EF4-FFF2-40B4-BE49-F238E27FC236}">
                    <a16:creationId xmlns:a16="http://schemas.microsoft.com/office/drawing/2014/main" id="{12B057D1-051D-D5CE-57D9-FCAF22A5ABA1}"/>
                  </a:ext>
                </a:extLst>
              </p:cNvPr>
              <p:cNvSpPr/>
              <p:nvPr/>
            </p:nvSpPr>
            <p:spPr>
              <a:xfrm>
                <a:off x="2437585" y="3032404"/>
                <a:ext cx="84092" cy="10655"/>
              </a:xfrm>
              <a:custGeom>
                <a:avLst/>
                <a:gdLst/>
                <a:ahLst/>
                <a:cxnLst/>
                <a:rect l="l" t="t" r="r" b="b"/>
                <a:pathLst>
                  <a:path w="2644" h="335" extrusionOk="0">
                    <a:moveTo>
                      <a:pt x="167" y="1"/>
                    </a:moveTo>
                    <a:cubicBezTo>
                      <a:pt x="84" y="1"/>
                      <a:pt x="0" y="84"/>
                      <a:pt x="0" y="168"/>
                    </a:cubicBezTo>
                    <a:cubicBezTo>
                      <a:pt x="0" y="263"/>
                      <a:pt x="84" y="334"/>
                      <a:pt x="167" y="334"/>
                    </a:cubicBezTo>
                    <a:lnTo>
                      <a:pt x="2477" y="334"/>
                    </a:lnTo>
                    <a:cubicBezTo>
                      <a:pt x="2560" y="334"/>
                      <a:pt x="2643" y="263"/>
                      <a:pt x="2643" y="168"/>
                    </a:cubicBezTo>
                    <a:cubicBezTo>
                      <a:pt x="2632" y="84"/>
                      <a:pt x="2560" y="1"/>
                      <a:pt x="247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4" name="Google Shape;12056;p66">
                <a:extLst>
                  <a:ext uri="{FF2B5EF4-FFF2-40B4-BE49-F238E27FC236}">
                    <a16:creationId xmlns:a16="http://schemas.microsoft.com/office/drawing/2014/main" id="{ABA1EE0D-1653-7CD7-D1E0-A1D329F5F988}"/>
                  </a:ext>
                </a:extLst>
              </p:cNvPr>
              <p:cNvSpPr/>
              <p:nvPr/>
            </p:nvSpPr>
            <p:spPr>
              <a:xfrm>
                <a:off x="2427344" y="3055144"/>
                <a:ext cx="94334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334" extrusionOk="0">
                    <a:moveTo>
                      <a:pt x="168" y="0"/>
                    </a:moveTo>
                    <a:cubicBezTo>
                      <a:pt x="72" y="0"/>
                      <a:pt x="1" y="84"/>
                      <a:pt x="1" y="167"/>
                    </a:cubicBezTo>
                    <a:cubicBezTo>
                      <a:pt x="1" y="262"/>
                      <a:pt x="72" y="334"/>
                      <a:pt x="168" y="334"/>
                    </a:cubicBezTo>
                    <a:lnTo>
                      <a:pt x="2799" y="334"/>
                    </a:lnTo>
                    <a:cubicBezTo>
                      <a:pt x="2882" y="334"/>
                      <a:pt x="2965" y="262"/>
                      <a:pt x="2965" y="167"/>
                    </a:cubicBezTo>
                    <a:cubicBezTo>
                      <a:pt x="2954" y="84"/>
                      <a:pt x="2882" y="0"/>
                      <a:pt x="2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5" name="Google Shape;12057;p66">
                <a:extLst>
                  <a:ext uri="{FF2B5EF4-FFF2-40B4-BE49-F238E27FC236}">
                    <a16:creationId xmlns:a16="http://schemas.microsoft.com/office/drawing/2014/main" id="{2E0D4A56-70D8-C5B4-B28C-FEA1E5E73141}"/>
                  </a:ext>
                </a:extLst>
              </p:cNvPr>
              <p:cNvSpPr/>
              <p:nvPr/>
            </p:nvSpPr>
            <p:spPr>
              <a:xfrm>
                <a:off x="2427344" y="3077853"/>
                <a:ext cx="94334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334" extrusionOk="0">
                    <a:moveTo>
                      <a:pt x="168" y="1"/>
                    </a:moveTo>
                    <a:cubicBezTo>
                      <a:pt x="72" y="1"/>
                      <a:pt x="1" y="84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799" y="334"/>
                    </a:lnTo>
                    <a:cubicBezTo>
                      <a:pt x="2882" y="334"/>
                      <a:pt x="2965" y="263"/>
                      <a:pt x="2965" y="167"/>
                    </a:cubicBezTo>
                    <a:cubicBezTo>
                      <a:pt x="2954" y="84"/>
                      <a:pt x="2882" y="1"/>
                      <a:pt x="27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6" name="Google Shape;12058;p66">
                <a:extLst>
                  <a:ext uri="{FF2B5EF4-FFF2-40B4-BE49-F238E27FC236}">
                    <a16:creationId xmlns:a16="http://schemas.microsoft.com/office/drawing/2014/main" id="{30301072-4332-D654-C249-C2EF5A3808EF}"/>
                  </a:ext>
                </a:extLst>
              </p:cNvPr>
              <p:cNvSpPr/>
              <p:nvPr/>
            </p:nvSpPr>
            <p:spPr>
              <a:xfrm>
                <a:off x="2427344" y="3100212"/>
                <a:ext cx="94334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334" extrusionOk="0">
                    <a:moveTo>
                      <a:pt x="168" y="0"/>
                    </a:moveTo>
                    <a:cubicBezTo>
                      <a:pt x="72" y="0"/>
                      <a:pt x="1" y="71"/>
                      <a:pt x="1" y="167"/>
                    </a:cubicBezTo>
                    <a:cubicBezTo>
                      <a:pt x="1" y="250"/>
                      <a:pt x="72" y="333"/>
                      <a:pt x="168" y="333"/>
                    </a:cubicBezTo>
                    <a:lnTo>
                      <a:pt x="2799" y="333"/>
                    </a:lnTo>
                    <a:cubicBezTo>
                      <a:pt x="2882" y="333"/>
                      <a:pt x="2965" y="250"/>
                      <a:pt x="2965" y="167"/>
                    </a:cubicBezTo>
                    <a:cubicBezTo>
                      <a:pt x="2965" y="71"/>
                      <a:pt x="2882" y="0"/>
                      <a:pt x="2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7" name="Google Shape;12059;p66">
                <a:extLst>
                  <a:ext uri="{FF2B5EF4-FFF2-40B4-BE49-F238E27FC236}">
                    <a16:creationId xmlns:a16="http://schemas.microsoft.com/office/drawing/2014/main" id="{65149633-D060-A890-83AE-CBEE079C0071}"/>
                  </a:ext>
                </a:extLst>
              </p:cNvPr>
              <p:cNvSpPr/>
              <p:nvPr/>
            </p:nvSpPr>
            <p:spPr>
              <a:xfrm>
                <a:off x="2427344" y="3122921"/>
                <a:ext cx="94334" cy="10623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334" extrusionOk="0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68" y="334"/>
                    </a:cubicBezTo>
                    <a:lnTo>
                      <a:pt x="2799" y="334"/>
                    </a:lnTo>
                    <a:cubicBezTo>
                      <a:pt x="2882" y="334"/>
                      <a:pt x="2965" y="250"/>
                      <a:pt x="2965" y="167"/>
                    </a:cubicBezTo>
                    <a:cubicBezTo>
                      <a:pt x="2954" y="72"/>
                      <a:pt x="2882" y="0"/>
                      <a:pt x="2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8" name="Google Shape;12060;p66">
                <a:extLst>
                  <a:ext uri="{FF2B5EF4-FFF2-40B4-BE49-F238E27FC236}">
                    <a16:creationId xmlns:a16="http://schemas.microsoft.com/office/drawing/2014/main" id="{7CF1DC7A-A2DD-7C66-7339-24D05D93072B}"/>
                  </a:ext>
                </a:extLst>
              </p:cNvPr>
              <p:cNvSpPr/>
              <p:nvPr/>
            </p:nvSpPr>
            <p:spPr>
              <a:xfrm>
                <a:off x="2427344" y="3145629"/>
                <a:ext cx="94334" cy="10655"/>
              </a:xfrm>
              <a:custGeom>
                <a:avLst/>
                <a:gdLst/>
                <a:ahLst/>
                <a:cxnLst/>
                <a:rect l="l" t="t" r="r" b="b"/>
                <a:pathLst>
                  <a:path w="2966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2799" y="334"/>
                    </a:lnTo>
                    <a:cubicBezTo>
                      <a:pt x="2882" y="334"/>
                      <a:pt x="2965" y="251"/>
                      <a:pt x="2965" y="167"/>
                    </a:cubicBezTo>
                    <a:cubicBezTo>
                      <a:pt x="2954" y="72"/>
                      <a:pt x="2882" y="1"/>
                      <a:pt x="279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49" name="Google Shape;12061;p66">
                <a:extLst>
                  <a:ext uri="{FF2B5EF4-FFF2-40B4-BE49-F238E27FC236}">
                    <a16:creationId xmlns:a16="http://schemas.microsoft.com/office/drawing/2014/main" id="{CEF33A33-1047-E645-022F-A62D80995398}"/>
                  </a:ext>
                </a:extLst>
              </p:cNvPr>
              <p:cNvSpPr/>
              <p:nvPr/>
            </p:nvSpPr>
            <p:spPr>
              <a:xfrm>
                <a:off x="2427344" y="3167988"/>
                <a:ext cx="68953" cy="10241"/>
              </a:xfrm>
              <a:custGeom>
                <a:avLst/>
                <a:gdLst/>
                <a:ahLst/>
                <a:cxnLst/>
                <a:rect l="l" t="t" r="r" b="b"/>
                <a:pathLst>
                  <a:path w="2168" h="322" extrusionOk="0">
                    <a:moveTo>
                      <a:pt x="168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22"/>
                      <a:pt x="168" y="322"/>
                    </a:cubicBezTo>
                    <a:lnTo>
                      <a:pt x="1989" y="322"/>
                    </a:lnTo>
                    <a:cubicBezTo>
                      <a:pt x="2084" y="322"/>
                      <a:pt x="2156" y="250"/>
                      <a:pt x="2156" y="167"/>
                    </a:cubicBezTo>
                    <a:cubicBezTo>
                      <a:pt x="2168" y="72"/>
                      <a:pt x="2096" y="0"/>
                      <a:pt x="198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50" name="Google Shape;12062;p66">
                <a:extLst>
                  <a:ext uri="{FF2B5EF4-FFF2-40B4-BE49-F238E27FC236}">
                    <a16:creationId xmlns:a16="http://schemas.microsoft.com/office/drawing/2014/main" id="{0CB5131C-E3F7-A6A6-2774-3E1F167AE93E}"/>
                  </a:ext>
                </a:extLst>
              </p:cNvPr>
              <p:cNvSpPr/>
              <p:nvPr/>
            </p:nvSpPr>
            <p:spPr>
              <a:xfrm>
                <a:off x="2323214" y="3050882"/>
                <a:ext cx="66695" cy="69780"/>
              </a:xfrm>
              <a:custGeom>
                <a:avLst/>
                <a:gdLst/>
                <a:ahLst/>
                <a:cxnLst/>
                <a:rect l="l" t="t" r="r" b="b"/>
                <a:pathLst>
                  <a:path w="2097" h="2194" extrusionOk="0">
                    <a:moveTo>
                      <a:pt x="715" y="408"/>
                    </a:moveTo>
                    <a:lnTo>
                      <a:pt x="715" y="527"/>
                    </a:lnTo>
                    <a:cubicBezTo>
                      <a:pt x="715" y="1075"/>
                      <a:pt x="1120" y="1527"/>
                      <a:pt x="1632" y="1611"/>
                    </a:cubicBezTo>
                    <a:cubicBezTo>
                      <a:pt x="1477" y="1742"/>
                      <a:pt x="1275" y="1837"/>
                      <a:pt x="1072" y="1837"/>
                    </a:cubicBezTo>
                    <a:cubicBezTo>
                      <a:pt x="655" y="1837"/>
                      <a:pt x="310" y="1492"/>
                      <a:pt x="310" y="1075"/>
                    </a:cubicBezTo>
                    <a:cubicBezTo>
                      <a:pt x="310" y="789"/>
                      <a:pt x="477" y="539"/>
                      <a:pt x="715" y="408"/>
                    </a:cubicBezTo>
                    <a:close/>
                    <a:moveTo>
                      <a:pt x="960" y="0"/>
                    </a:moveTo>
                    <a:cubicBezTo>
                      <a:pt x="950" y="0"/>
                      <a:pt x="939" y="1"/>
                      <a:pt x="929" y="3"/>
                    </a:cubicBezTo>
                    <a:cubicBezTo>
                      <a:pt x="394" y="75"/>
                      <a:pt x="1" y="539"/>
                      <a:pt x="1" y="1087"/>
                    </a:cubicBezTo>
                    <a:cubicBezTo>
                      <a:pt x="1" y="1694"/>
                      <a:pt x="489" y="2194"/>
                      <a:pt x="1096" y="2194"/>
                    </a:cubicBezTo>
                    <a:cubicBezTo>
                      <a:pt x="1525" y="2194"/>
                      <a:pt x="1929" y="1932"/>
                      <a:pt x="2096" y="1539"/>
                    </a:cubicBezTo>
                    <a:cubicBezTo>
                      <a:pt x="2096" y="1444"/>
                      <a:pt x="2084" y="1384"/>
                      <a:pt x="2048" y="1337"/>
                    </a:cubicBezTo>
                    <a:cubicBezTo>
                      <a:pt x="2030" y="1309"/>
                      <a:pt x="1990" y="1281"/>
                      <a:pt x="1945" y="1281"/>
                    </a:cubicBezTo>
                    <a:cubicBezTo>
                      <a:pt x="1932" y="1281"/>
                      <a:pt x="1919" y="1284"/>
                      <a:pt x="1906" y="1289"/>
                    </a:cubicBezTo>
                    <a:lnTo>
                      <a:pt x="1798" y="1289"/>
                    </a:lnTo>
                    <a:cubicBezTo>
                      <a:pt x="1382" y="1289"/>
                      <a:pt x="1036" y="944"/>
                      <a:pt x="1036" y="527"/>
                    </a:cubicBezTo>
                    <a:cubicBezTo>
                      <a:pt x="1036" y="420"/>
                      <a:pt x="1060" y="313"/>
                      <a:pt x="1096" y="229"/>
                    </a:cubicBezTo>
                    <a:cubicBezTo>
                      <a:pt x="1132" y="170"/>
                      <a:pt x="1120" y="110"/>
                      <a:pt x="1084" y="63"/>
                    </a:cubicBezTo>
                    <a:cubicBezTo>
                      <a:pt x="1054" y="23"/>
                      <a:pt x="1009" y="0"/>
                      <a:pt x="9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51" name="ZoneTexte 50">
              <a:extLst>
                <a:ext uri="{FF2B5EF4-FFF2-40B4-BE49-F238E27FC236}">
                  <a16:creationId xmlns:a16="http://schemas.microsoft.com/office/drawing/2014/main" id="{2A99626C-BEE5-CBBD-B18F-58A8EDF78C15}"/>
                </a:ext>
              </a:extLst>
            </p:cNvPr>
            <p:cNvSpPr txBox="1"/>
            <p:nvPr/>
          </p:nvSpPr>
          <p:spPr>
            <a:xfrm>
              <a:off x="3366177" y="2615332"/>
              <a:ext cx="1115015" cy="2662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IHM </a:t>
              </a:r>
            </a:p>
          </p:txBody>
        </p:sp>
      </p:grpSp>
      <p:cxnSp>
        <p:nvCxnSpPr>
          <p:cNvPr id="1049" name="Connecteur droit 1048">
            <a:extLst>
              <a:ext uri="{FF2B5EF4-FFF2-40B4-BE49-F238E27FC236}">
                <a16:creationId xmlns:a16="http://schemas.microsoft.com/office/drawing/2014/main" id="{85E717DC-FA38-884B-7706-6122501E4531}"/>
              </a:ext>
            </a:extLst>
          </p:cNvPr>
          <p:cNvCxnSpPr>
            <a:cxnSpLocks/>
          </p:cNvCxnSpPr>
          <p:nvPr/>
        </p:nvCxnSpPr>
        <p:spPr>
          <a:xfrm>
            <a:off x="4916102" y="2432399"/>
            <a:ext cx="1997631" cy="50781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50" name="Connecteur droit 1049">
            <a:extLst>
              <a:ext uri="{FF2B5EF4-FFF2-40B4-BE49-F238E27FC236}">
                <a16:creationId xmlns:a16="http://schemas.microsoft.com/office/drawing/2014/main" id="{C8E34B0B-BC4B-F19B-5E2D-E4338005E3EC}"/>
              </a:ext>
            </a:extLst>
          </p:cNvPr>
          <p:cNvCxnSpPr>
            <a:cxnSpLocks/>
          </p:cNvCxnSpPr>
          <p:nvPr/>
        </p:nvCxnSpPr>
        <p:spPr>
          <a:xfrm flipV="1">
            <a:off x="4916102" y="1757969"/>
            <a:ext cx="1936442" cy="470259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051" name="Google Shape;9637;p62">
            <a:extLst>
              <a:ext uri="{FF2B5EF4-FFF2-40B4-BE49-F238E27FC236}">
                <a16:creationId xmlns:a16="http://schemas.microsoft.com/office/drawing/2014/main" id="{15055584-A44C-5631-EDC2-D7145F47C061}"/>
              </a:ext>
            </a:extLst>
          </p:cNvPr>
          <p:cNvGrpSpPr/>
          <p:nvPr/>
        </p:nvGrpSpPr>
        <p:grpSpPr>
          <a:xfrm>
            <a:off x="7048704" y="2736411"/>
            <a:ext cx="538459" cy="530444"/>
            <a:chOff x="1408777" y="3680964"/>
            <a:chExt cx="357720" cy="355148"/>
          </a:xfrm>
          <a:solidFill>
            <a:srgbClr val="00B050"/>
          </a:solidFill>
        </p:grpSpPr>
        <p:sp>
          <p:nvSpPr>
            <p:cNvPr id="1052" name="Google Shape;9638;p62">
              <a:extLst>
                <a:ext uri="{FF2B5EF4-FFF2-40B4-BE49-F238E27FC236}">
                  <a16:creationId xmlns:a16="http://schemas.microsoft.com/office/drawing/2014/main" id="{16D957A6-A8C2-6516-F9A8-9E70FB418868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9639;p62">
              <a:extLst>
                <a:ext uri="{FF2B5EF4-FFF2-40B4-BE49-F238E27FC236}">
                  <a16:creationId xmlns:a16="http://schemas.microsoft.com/office/drawing/2014/main" id="{7A907E55-8FB3-DE97-0E41-522A11EE120D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9640;p62">
              <a:extLst>
                <a:ext uri="{FF2B5EF4-FFF2-40B4-BE49-F238E27FC236}">
                  <a16:creationId xmlns:a16="http://schemas.microsoft.com/office/drawing/2014/main" id="{425D1752-526B-E552-3233-17B3CC4656B7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9641;p62">
              <a:extLst>
                <a:ext uri="{FF2B5EF4-FFF2-40B4-BE49-F238E27FC236}">
                  <a16:creationId xmlns:a16="http://schemas.microsoft.com/office/drawing/2014/main" id="{31068461-E4EF-27F9-9736-4BDFCFC0DCD2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9642;p62">
              <a:extLst>
                <a:ext uri="{FF2B5EF4-FFF2-40B4-BE49-F238E27FC236}">
                  <a16:creationId xmlns:a16="http://schemas.microsoft.com/office/drawing/2014/main" id="{D16B7BA4-D43F-FB36-17BE-52FBA4675B41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9643;p62">
            <a:extLst>
              <a:ext uri="{FF2B5EF4-FFF2-40B4-BE49-F238E27FC236}">
                <a16:creationId xmlns:a16="http://schemas.microsoft.com/office/drawing/2014/main" id="{39133985-84E6-6F13-4AAA-5D30A1386FF4}"/>
              </a:ext>
            </a:extLst>
          </p:cNvPr>
          <p:cNvGrpSpPr/>
          <p:nvPr/>
        </p:nvGrpSpPr>
        <p:grpSpPr>
          <a:xfrm>
            <a:off x="7048704" y="1460112"/>
            <a:ext cx="549275" cy="547050"/>
            <a:chOff x="1952836" y="3680964"/>
            <a:chExt cx="357720" cy="355148"/>
          </a:xfrm>
          <a:solidFill>
            <a:srgbClr val="C00000"/>
          </a:solidFill>
        </p:grpSpPr>
        <p:sp>
          <p:nvSpPr>
            <p:cNvPr id="1058" name="Google Shape;9644;p62">
              <a:extLst>
                <a:ext uri="{FF2B5EF4-FFF2-40B4-BE49-F238E27FC236}">
                  <a16:creationId xmlns:a16="http://schemas.microsoft.com/office/drawing/2014/main" id="{3C34E471-29DE-0E74-85D1-035010741FBA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059" name="Google Shape;9645;p62">
              <a:extLst>
                <a:ext uri="{FF2B5EF4-FFF2-40B4-BE49-F238E27FC236}">
                  <a16:creationId xmlns:a16="http://schemas.microsoft.com/office/drawing/2014/main" id="{1FA207D5-58AB-DF36-BA6E-591E8DC17F34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060" name="Google Shape;9646;p62">
              <a:extLst>
                <a:ext uri="{FF2B5EF4-FFF2-40B4-BE49-F238E27FC236}">
                  <a16:creationId xmlns:a16="http://schemas.microsoft.com/office/drawing/2014/main" id="{860F5F32-E84F-D1BF-6B62-FB2394A5BA79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1061" name="Google Shape;9647;p62">
              <a:extLst>
                <a:ext uri="{FF2B5EF4-FFF2-40B4-BE49-F238E27FC236}">
                  <a16:creationId xmlns:a16="http://schemas.microsoft.com/office/drawing/2014/main" id="{2BED765F-A27A-FD81-E840-A2EE5C90132B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1062" name="Google Shape;9648;p62">
              <a:extLst>
                <a:ext uri="{FF2B5EF4-FFF2-40B4-BE49-F238E27FC236}">
                  <a16:creationId xmlns:a16="http://schemas.microsoft.com/office/drawing/2014/main" id="{1D0AD2DE-6A2E-CC3D-9594-F8D141B1C3A0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</p:grpSp>
      <p:grpSp>
        <p:nvGrpSpPr>
          <p:cNvPr id="1066" name="Groupe 1065">
            <a:extLst>
              <a:ext uri="{FF2B5EF4-FFF2-40B4-BE49-F238E27FC236}">
                <a16:creationId xmlns:a16="http://schemas.microsoft.com/office/drawing/2014/main" id="{46DA7333-99B6-7F6D-B380-BC00F4E780A5}"/>
              </a:ext>
            </a:extLst>
          </p:cNvPr>
          <p:cNvGrpSpPr/>
          <p:nvPr/>
        </p:nvGrpSpPr>
        <p:grpSpPr>
          <a:xfrm>
            <a:off x="3722845" y="1884799"/>
            <a:ext cx="1141234" cy="1219521"/>
            <a:chOff x="6378166" y="2077894"/>
            <a:chExt cx="1141234" cy="1219521"/>
          </a:xfrm>
        </p:grpSpPr>
        <p:sp>
          <p:nvSpPr>
            <p:cNvPr id="1067" name="Google Shape;12277;p66">
              <a:extLst>
                <a:ext uri="{FF2B5EF4-FFF2-40B4-BE49-F238E27FC236}">
                  <a16:creationId xmlns:a16="http://schemas.microsoft.com/office/drawing/2014/main" id="{37395862-2D8F-E246-2B1A-98C434AB1685}"/>
                </a:ext>
              </a:extLst>
            </p:cNvPr>
            <p:cNvSpPr/>
            <p:nvPr/>
          </p:nvSpPr>
          <p:spPr>
            <a:xfrm>
              <a:off x="6551719" y="2077894"/>
              <a:ext cx="794129" cy="696301"/>
            </a:xfrm>
            <a:custGeom>
              <a:avLst/>
              <a:gdLst/>
              <a:ahLst/>
              <a:cxnLst/>
              <a:rect l="l" t="t" r="r" b="b"/>
              <a:pathLst>
                <a:path w="11431" h="9799" extrusionOk="0">
                  <a:moveTo>
                    <a:pt x="4347" y="1"/>
                  </a:moveTo>
                  <a:cubicBezTo>
                    <a:pt x="3957" y="1"/>
                    <a:pt x="3588" y="148"/>
                    <a:pt x="3311" y="435"/>
                  </a:cubicBezTo>
                  <a:lnTo>
                    <a:pt x="3287" y="447"/>
                  </a:lnTo>
                  <a:lnTo>
                    <a:pt x="3275" y="447"/>
                  </a:lnTo>
                  <a:cubicBezTo>
                    <a:pt x="3189" y="435"/>
                    <a:pt x="3104" y="429"/>
                    <a:pt x="3019" y="429"/>
                  </a:cubicBezTo>
                  <a:cubicBezTo>
                    <a:pt x="2531" y="429"/>
                    <a:pt x="2074" y="633"/>
                    <a:pt x="1739" y="1019"/>
                  </a:cubicBezTo>
                  <a:cubicBezTo>
                    <a:pt x="1358" y="1459"/>
                    <a:pt x="1239" y="2055"/>
                    <a:pt x="1418" y="2602"/>
                  </a:cubicBezTo>
                  <a:lnTo>
                    <a:pt x="1418" y="2626"/>
                  </a:lnTo>
                  <a:lnTo>
                    <a:pt x="1406" y="2638"/>
                  </a:lnTo>
                  <a:cubicBezTo>
                    <a:pt x="549" y="3007"/>
                    <a:pt x="1" y="3841"/>
                    <a:pt x="1" y="4769"/>
                  </a:cubicBezTo>
                  <a:cubicBezTo>
                    <a:pt x="1" y="5507"/>
                    <a:pt x="346" y="6198"/>
                    <a:pt x="941" y="6627"/>
                  </a:cubicBezTo>
                  <a:lnTo>
                    <a:pt x="953" y="6638"/>
                  </a:lnTo>
                  <a:lnTo>
                    <a:pt x="941" y="6650"/>
                  </a:lnTo>
                  <a:cubicBezTo>
                    <a:pt x="608" y="7281"/>
                    <a:pt x="703" y="7996"/>
                    <a:pt x="1168" y="8532"/>
                  </a:cubicBezTo>
                  <a:cubicBezTo>
                    <a:pt x="1492" y="8915"/>
                    <a:pt x="1937" y="9116"/>
                    <a:pt x="2409" y="9116"/>
                  </a:cubicBezTo>
                  <a:cubicBezTo>
                    <a:pt x="2597" y="9116"/>
                    <a:pt x="2788" y="9084"/>
                    <a:pt x="2977" y="9020"/>
                  </a:cubicBezTo>
                  <a:lnTo>
                    <a:pt x="2989" y="9020"/>
                  </a:lnTo>
                  <a:lnTo>
                    <a:pt x="3013" y="9032"/>
                  </a:lnTo>
                  <a:cubicBezTo>
                    <a:pt x="3108" y="9210"/>
                    <a:pt x="3251" y="9377"/>
                    <a:pt x="3406" y="9496"/>
                  </a:cubicBezTo>
                  <a:cubicBezTo>
                    <a:pt x="3433" y="9523"/>
                    <a:pt x="3473" y="9536"/>
                    <a:pt x="3511" y="9536"/>
                  </a:cubicBezTo>
                  <a:cubicBezTo>
                    <a:pt x="3524" y="9536"/>
                    <a:pt x="3537" y="9535"/>
                    <a:pt x="3549" y="9532"/>
                  </a:cubicBezTo>
                  <a:cubicBezTo>
                    <a:pt x="3585" y="9532"/>
                    <a:pt x="3632" y="9496"/>
                    <a:pt x="3668" y="9472"/>
                  </a:cubicBezTo>
                  <a:cubicBezTo>
                    <a:pt x="3692" y="9436"/>
                    <a:pt x="3704" y="9377"/>
                    <a:pt x="3692" y="9329"/>
                  </a:cubicBezTo>
                  <a:cubicBezTo>
                    <a:pt x="3692" y="9294"/>
                    <a:pt x="3668" y="9246"/>
                    <a:pt x="3632" y="9210"/>
                  </a:cubicBezTo>
                  <a:cubicBezTo>
                    <a:pt x="3466" y="9079"/>
                    <a:pt x="3335" y="8913"/>
                    <a:pt x="3263" y="8710"/>
                  </a:cubicBezTo>
                  <a:cubicBezTo>
                    <a:pt x="3251" y="8663"/>
                    <a:pt x="3204" y="8639"/>
                    <a:pt x="3156" y="8603"/>
                  </a:cubicBezTo>
                  <a:cubicBezTo>
                    <a:pt x="3132" y="8597"/>
                    <a:pt x="3111" y="8594"/>
                    <a:pt x="3090" y="8594"/>
                  </a:cubicBezTo>
                  <a:cubicBezTo>
                    <a:pt x="3070" y="8594"/>
                    <a:pt x="3049" y="8597"/>
                    <a:pt x="3025" y="8603"/>
                  </a:cubicBezTo>
                  <a:cubicBezTo>
                    <a:pt x="2841" y="8695"/>
                    <a:pt x="2642" y="8741"/>
                    <a:pt x="2443" y="8741"/>
                  </a:cubicBezTo>
                  <a:cubicBezTo>
                    <a:pt x="2177" y="8741"/>
                    <a:pt x="1911" y="8659"/>
                    <a:pt x="1680" y="8496"/>
                  </a:cubicBezTo>
                  <a:cubicBezTo>
                    <a:pt x="1287" y="8222"/>
                    <a:pt x="1072" y="7758"/>
                    <a:pt x="1120" y="7281"/>
                  </a:cubicBezTo>
                  <a:cubicBezTo>
                    <a:pt x="1191" y="6615"/>
                    <a:pt x="1763" y="6091"/>
                    <a:pt x="2442" y="6091"/>
                  </a:cubicBezTo>
                  <a:cubicBezTo>
                    <a:pt x="2537" y="6091"/>
                    <a:pt x="2620" y="6019"/>
                    <a:pt x="2620" y="5912"/>
                  </a:cubicBezTo>
                  <a:cubicBezTo>
                    <a:pt x="2620" y="5817"/>
                    <a:pt x="2549" y="5734"/>
                    <a:pt x="2442" y="5734"/>
                  </a:cubicBezTo>
                  <a:cubicBezTo>
                    <a:pt x="1965" y="5734"/>
                    <a:pt x="1501" y="5936"/>
                    <a:pt x="1180" y="6317"/>
                  </a:cubicBezTo>
                  <a:lnTo>
                    <a:pt x="1168" y="6329"/>
                  </a:lnTo>
                  <a:lnTo>
                    <a:pt x="1144" y="6317"/>
                  </a:lnTo>
                  <a:cubicBezTo>
                    <a:pt x="644" y="5936"/>
                    <a:pt x="358" y="5365"/>
                    <a:pt x="358" y="4733"/>
                  </a:cubicBezTo>
                  <a:cubicBezTo>
                    <a:pt x="358" y="3948"/>
                    <a:pt x="822" y="3233"/>
                    <a:pt x="1549" y="2936"/>
                  </a:cubicBezTo>
                  <a:lnTo>
                    <a:pt x="1561" y="2912"/>
                  </a:lnTo>
                  <a:lnTo>
                    <a:pt x="1584" y="2936"/>
                  </a:lnTo>
                  <a:cubicBezTo>
                    <a:pt x="1882" y="3436"/>
                    <a:pt x="2430" y="3757"/>
                    <a:pt x="3025" y="3757"/>
                  </a:cubicBezTo>
                  <a:cubicBezTo>
                    <a:pt x="3108" y="3757"/>
                    <a:pt x="3204" y="3674"/>
                    <a:pt x="3204" y="3567"/>
                  </a:cubicBezTo>
                  <a:cubicBezTo>
                    <a:pt x="3204" y="3471"/>
                    <a:pt x="3132" y="3388"/>
                    <a:pt x="3025" y="3388"/>
                  </a:cubicBezTo>
                  <a:cubicBezTo>
                    <a:pt x="2501" y="3388"/>
                    <a:pt x="2025" y="3079"/>
                    <a:pt x="1822" y="2614"/>
                  </a:cubicBezTo>
                  <a:cubicBezTo>
                    <a:pt x="1620" y="2186"/>
                    <a:pt x="1668" y="1709"/>
                    <a:pt x="1942" y="1328"/>
                  </a:cubicBezTo>
                  <a:cubicBezTo>
                    <a:pt x="2196" y="946"/>
                    <a:pt x="2608" y="744"/>
                    <a:pt x="3058" y="744"/>
                  </a:cubicBezTo>
                  <a:cubicBezTo>
                    <a:pt x="3071" y="744"/>
                    <a:pt x="3084" y="745"/>
                    <a:pt x="3096" y="745"/>
                  </a:cubicBezTo>
                  <a:cubicBezTo>
                    <a:pt x="3549" y="769"/>
                    <a:pt x="3930" y="995"/>
                    <a:pt x="4156" y="1388"/>
                  </a:cubicBezTo>
                  <a:cubicBezTo>
                    <a:pt x="4189" y="1437"/>
                    <a:pt x="4245" y="1464"/>
                    <a:pt x="4307" y="1464"/>
                  </a:cubicBezTo>
                  <a:cubicBezTo>
                    <a:pt x="4335" y="1464"/>
                    <a:pt x="4365" y="1458"/>
                    <a:pt x="4394" y="1447"/>
                  </a:cubicBezTo>
                  <a:cubicBezTo>
                    <a:pt x="4466" y="1400"/>
                    <a:pt x="4501" y="1293"/>
                    <a:pt x="4454" y="1209"/>
                  </a:cubicBezTo>
                  <a:cubicBezTo>
                    <a:pt x="4275" y="923"/>
                    <a:pt x="4037" y="697"/>
                    <a:pt x="3727" y="554"/>
                  </a:cubicBezTo>
                  <a:lnTo>
                    <a:pt x="3692" y="531"/>
                  </a:lnTo>
                  <a:lnTo>
                    <a:pt x="3727" y="519"/>
                  </a:lnTo>
                  <a:cubicBezTo>
                    <a:pt x="3925" y="392"/>
                    <a:pt x="4142" y="329"/>
                    <a:pt x="4362" y="329"/>
                  </a:cubicBezTo>
                  <a:cubicBezTo>
                    <a:pt x="4553" y="329"/>
                    <a:pt x="4747" y="377"/>
                    <a:pt x="4930" y="471"/>
                  </a:cubicBezTo>
                  <a:cubicBezTo>
                    <a:pt x="5311" y="685"/>
                    <a:pt x="5537" y="1066"/>
                    <a:pt x="5537" y="1519"/>
                  </a:cubicBezTo>
                  <a:lnTo>
                    <a:pt x="5537" y="4031"/>
                  </a:lnTo>
                  <a:lnTo>
                    <a:pt x="5513" y="4031"/>
                  </a:lnTo>
                  <a:cubicBezTo>
                    <a:pt x="5156" y="4019"/>
                    <a:pt x="4918" y="3888"/>
                    <a:pt x="4751" y="3626"/>
                  </a:cubicBezTo>
                  <a:cubicBezTo>
                    <a:pt x="4719" y="3577"/>
                    <a:pt x="4652" y="3550"/>
                    <a:pt x="4590" y="3550"/>
                  </a:cubicBezTo>
                  <a:cubicBezTo>
                    <a:pt x="4562" y="3550"/>
                    <a:pt x="4535" y="3556"/>
                    <a:pt x="4513" y="3567"/>
                  </a:cubicBezTo>
                  <a:cubicBezTo>
                    <a:pt x="4442" y="3614"/>
                    <a:pt x="4406" y="3733"/>
                    <a:pt x="4454" y="3805"/>
                  </a:cubicBezTo>
                  <a:cubicBezTo>
                    <a:pt x="4680" y="4162"/>
                    <a:pt x="5037" y="4364"/>
                    <a:pt x="5490" y="4376"/>
                  </a:cubicBezTo>
                  <a:lnTo>
                    <a:pt x="5513" y="4376"/>
                  </a:lnTo>
                  <a:lnTo>
                    <a:pt x="5513" y="7008"/>
                  </a:lnTo>
                  <a:lnTo>
                    <a:pt x="5466" y="6984"/>
                  </a:lnTo>
                  <a:cubicBezTo>
                    <a:pt x="5240" y="6758"/>
                    <a:pt x="4930" y="6638"/>
                    <a:pt x="4620" y="6638"/>
                  </a:cubicBezTo>
                  <a:lnTo>
                    <a:pt x="3549" y="6638"/>
                  </a:lnTo>
                  <a:cubicBezTo>
                    <a:pt x="3454" y="6638"/>
                    <a:pt x="3370" y="6710"/>
                    <a:pt x="3370" y="6817"/>
                  </a:cubicBezTo>
                  <a:cubicBezTo>
                    <a:pt x="3370" y="6900"/>
                    <a:pt x="3442" y="6996"/>
                    <a:pt x="3549" y="6996"/>
                  </a:cubicBezTo>
                  <a:lnTo>
                    <a:pt x="4620" y="6996"/>
                  </a:lnTo>
                  <a:cubicBezTo>
                    <a:pt x="5109" y="6996"/>
                    <a:pt x="5490" y="7400"/>
                    <a:pt x="5490" y="7877"/>
                  </a:cubicBezTo>
                  <a:lnTo>
                    <a:pt x="5490" y="8258"/>
                  </a:lnTo>
                  <a:cubicBezTo>
                    <a:pt x="5490" y="8603"/>
                    <a:pt x="5347" y="8924"/>
                    <a:pt x="5073" y="9163"/>
                  </a:cubicBezTo>
                  <a:cubicBezTo>
                    <a:pt x="4859" y="9347"/>
                    <a:pt x="4589" y="9453"/>
                    <a:pt x="4310" y="9453"/>
                  </a:cubicBezTo>
                  <a:cubicBezTo>
                    <a:pt x="4247" y="9453"/>
                    <a:pt x="4184" y="9447"/>
                    <a:pt x="4120" y="9436"/>
                  </a:cubicBezTo>
                  <a:lnTo>
                    <a:pt x="4097" y="9436"/>
                  </a:lnTo>
                  <a:cubicBezTo>
                    <a:pt x="4061" y="9436"/>
                    <a:pt x="4025" y="9448"/>
                    <a:pt x="3989" y="9460"/>
                  </a:cubicBezTo>
                  <a:cubicBezTo>
                    <a:pt x="3942" y="9496"/>
                    <a:pt x="3930" y="9544"/>
                    <a:pt x="3918" y="9579"/>
                  </a:cubicBezTo>
                  <a:cubicBezTo>
                    <a:pt x="3906" y="9675"/>
                    <a:pt x="3966" y="9758"/>
                    <a:pt x="4061" y="9782"/>
                  </a:cubicBezTo>
                  <a:cubicBezTo>
                    <a:pt x="4137" y="9793"/>
                    <a:pt x="4213" y="9799"/>
                    <a:pt x="4289" y="9799"/>
                  </a:cubicBezTo>
                  <a:cubicBezTo>
                    <a:pt x="4842" y="9799"/>
                    <a:pt x="5372" y="9500"/>
                    <a:pt x="5644" y="9008"/>
                  </a:cubicBezTo>
                  <a:lnTo>
                    <a:pt x="5656" y="8972"/>
                  </a:lnTo>
                  <a:lnTo>
                    <a:pt x="5668" y="9008"/>
                  </a:lnTo>
                  <a:cubicBezTo>
                    <a:pt x="5951" y="9500"/>
                    <a:pt x="6473" y="9799"/>
                    <a:pt x="7024" y="9799"/>
                  </a:cubicBezTo>
                  <a:cubicBezTo>
                    <a:pt x="7100" y="9799"/>
                    <a:pt x="7176" y="9793"/>
                    <a:pt x="7252" y="9782"/>
                  </a:cubicBezTo>
                  <a:cubicBezTo>
                    <a:pt x="7335" y="9758"/>
                    <a:pt x="7418" y="9675"/>
                    <a:pt x="7395" y="9579"/>
                  </a:cubicBezTo>
                  <a:cubicBezTo>
                    <a:pt x="7395" y="9544"/>
                    <a:pt x="7371" y="9496"/>
                    <a:pt x="7323" y="9460"/>
                  </a:cubicBezTo>
                  <a:cubicBezTo>
                    <a:pt x="7288" y="9443"/>
                    <a:pt x="7260" y="9432"/>
                    <a:pt x="7228" y="9432"/>
                  </a:cubicBezTo>
                  <a:cubicBezTo>
                    <a:pt x="7217" y="9432"/>
                    <a:pt x="7205" y="9433"/>
                    <a:pt x="7192" y="9436"/>
                  </a:cubicBezTo>
                  <a:cubicBezTo>
                    <a:pt x="7129" y="9447"/>
                    <a:pt x="7066" y="9453"/>
                    <a:pt x="7003" y="9453"/>
                  </a:cubicBezTo>
                  <a:cubicBezTo>
                    <a:pt x="6723" y="9453"/>
                    <a:pt x="6454" y="9347"/>
                    <a:pt x="6240" y="9163"/>
                  </a:cubicBezTo>
                  <a:cubicBezTo>
                    <a:pt x="5978" y="8948"/>
                    <a:pt x="5823" y="8615"/>
                    <a:pt x="5823" y="8258"/>
                  </a:cubicBezTo>
                  <a:lnTo>
                    <a:pt x="5823" y="6746"/>
                  </a:lnTo>
                  <a:cubicBezTo>
                    <a:pt x="5823" y="6246"/>
                    <a:pt x="6228" y="5865"/>
                    <a:pt x="6704" y="5865"/>
                  </a:cubicBezTo>
                  <a:lnTo>
                    <a:pt x="8252" y="5865"/>
                  </a:lnTo>
                  <a:cubicBezTo>
                    <a:pt x="8335" y="5865"/>
                    <a:pt x="8430" y="5793"/>
                    <a:pt x="8430" y="5686"/>
                  </a:cubicBezTo>
                  <a:cubicBezTo>
                    <a:pt x="8430" y="5579"/>
                    <a:pt x="8359" y="5507"/>
                    <a:pt x="8252" y="5507"/>
                  </a:cubicBezTo>
                  <a:lnTo>
                    <a:pt x="6704" y="5507"/>
                  </a:lnTo>
                  <a:cubicBezTo>
                    <a:pt x="6383" y="5507"/>
                    <a:pt x="6085" y="5626"/>
                    <a:pt x="5847" y="5853"/>
                  </a:cubicBezTo>
                  <a:lnTo>
                    <a:pt x="5811" y="5876"/>
                  </a:lnTo>
                  <a:lnTo>
                    <a:pt x="5811" y="5210"/>
                  </a:lnTo>
                  <a:lnTo>
                    <a:pt x="5823" y="5210"/>
                  </a:lnTo>
                  <a:cubicBezTo>
                    <a:pt x="6549" y="5186"/>
                    <a:pt x="7133" y="4591"/>
                    <a:pt x="7133" y="3841"/>
                  </a:cubicBezTo>
                  <a:cubicBezTo>
                    <a:pt x="7133" y="3757"/>
                    <a:pt x="7061" y="3662"/>
                    <a:pt x="6954" y="3662"/>
                  </a:cubicBezTo>
                  <a:cubicBezTo>
                    <a:pt x="6859" y="3662"/>
                    <a:pt x="6775" y="3733"/>
                    <a:pt x="6775" y="3841"/>
                  </a:cubicBezTo>
                  <a:cubicBezTo>
                    <a:pt x="6775" y="4376"/>
                    <a:pt x="6359" y="4829"/>
                    <a:pt x="5823" y="4853"/>
                  </a:cubicBezTo>
                  <a:lnTo>
                    <a:pt x="5787" y="4853"/>
                  </a:lnTo>
                  <a:lnTo>
                    <a:pt x="5787" y="1543"/>
                  </a:lnTo>
                  <a:cubicBezTo>
                    <a:pt x="5787" y="1114"/>
                    <a:pt x="6013" y="709"/>
                    <a:pt x="6406" y="507"/>
                  </a:cubicBezTo>
                  <a:cubicBezTo>
                    <a:pt x="6582" y="408"/>
                    <a:pt x="6773" y="360"/>
                    <a:pt x="6963" y="360"/>
                  </a:cubicBezTo>
                  <a:cubicBezTo>
                    <a:pt x="7186" y="360"/>
                    <a:pt x="7410" y="426"/>
                    <a:pt x="7609" y="554"/>
                  </a:cubicBezTo>
                  <a:lnTo>
                    <a:pt x="7633" y="566"/>
                  </a:lnTo>
                  <a:lnTo>
                    <a:pt x="7728" y="602"/>
                  </a:lnTo>
                  <a:cubicBezTo>
                    <a:pt x="7430" y="733"/>
                    <a:pt x="7180" y="971"/>
                    <a:pt x="7002" y="1257"/>
                  </a:cubicBezTo>
                  <a:cubicBezTo>
                    <a:pt x="6954" y="1328"/>
                    <a:pt x="6966" y="1447"/>
                    <a:pt x="7061" y="1495"/>
                  </a:cubicBezTo>
                  <a:cubicBezTo>
                    <a:pt x="7086" y="1507"/>
                    <a:pt x="7116" y="1514"/>
                    <a:pt x="7147" y="1514"/>
                  </a:cubicBezTo>
                  <a:cubicBezTo>
                    <a:pt x="7206" y="1514"/>
                    <a:pt x="7268" y="1490"/>
                    <a:pt x="7299" y="1435"/>
                  </a:cubicBezTo>
                  <a:cubicBezTo>
                    <a:pt x="7526" y="1054"/>
                    <a:pt x="7918" y="816"/>
                    <a:pt x="8371" y="793"/>
                  </a:cubicBezTo>
                  <a:cubicBezTo>
                    <a:pt x="8405" y="790"/>
                    <a:pt x="8438" y="789"/>
                    <a:pt x="8471" y="789"/>
                  </a:cubicBezTo>
                  <a:cubicBezTo>
                    <a:pt x="8895" y="789"/>
                    <a:pt x="9271" y="998"/>
                    <a:pt x="9514" y="1340"/>
                  </a:cubicBezTo>
                  <a:cubicBezTo>
                    <a:pt x="9788" y="1709"/>
                    <a:pt x="9847" y="2186"/>
                    <a:pt x="9669" y="2602"/>
                  </a:cubicBezTo>
                  <a:cubicBezTo>
                    <a:pt x="9454" y="3114"/>
                    <a:pt x="8978" y="3436"/>
                    <a:pt x="8430" y="3436"/>
                  </a:cubicBezTo>
                  <a:cubicBezTo>
                    <a:pt x="8335" y="3436"/>
                    <a:pt x="8252" y="3519"/>
                    <a:pt x="8252" y="3614"/>
                  </a:cubicBezTo>
                  <a:cubicBezTo>
                    <a:pt x="8252" y="3721"/>
                    <a:pt x="8323" y="3793"/>
                    <a:pt x="8430" y="3793"/>
                  </a:cubicBezTo>
                  <a:cubicBezTo>
                    <a:pt x="9014" y="3793"/>
                    <a:pt x="9573" y="3483"/>
                    <a:pt x="9871" y="2983"/>
                  </a:cubicBezTo>
                  <a:lnTo>
                    <a:pt x="9883" y="2959"/>
                  </a:lnTo>
                  <a:lnTo>
                    <a:pt x="9907" y="2983"/>
                  </a:lnTo>
                  <a:cubicBezTo>
                    <a:pt x="10562" y="3257"/>
                    <a:pt x="10990" y="3841"/>
                    <a:pt x="11074" y="4555"/>
                  </a:cubicBezTo>
                  <a:cubicBezTo>
                    <a:pt x="11169" y="5269"/>
                    <a:pt x="10871" y="5936"/>
                    <a:pt x="10300" y="6353"/>
                  </a:cubicBezTo>
                  <a:lnTo>
                    <a:pt x="10288" y="6377"/>
                  </a:lnTo>
                  <a:lnTo>
                    <a:pt x="10276" y="6353"/>
                  </a:lnTo>
                  <a:cubicBezTo>
                    <a:pt x="9966" y="5984"/>
                    <a:pt x="9502" y="5781"/>
                    <a:pt x="9014" y="5781"/>
                  </a:cubicBezTo>
                  <a:cubicBezTo>
                    <a:pt x="8919" y="5781"/>
                    <a:pt x="8835" y="5853"/>
                    <a:pt x="8835" y="5960"/>
                  </a:cubicBezTo>
                  <a:cubicBezTo>
                    <a:pt x="8835" y="6055"/>
                    <a:pt x="8907" y="6138"/>
                    <a:pt x="9014" y="6138"/>
                  </a:cubicBezTo>
                  <a:cubicBezTo>
                    <a:pt x="9633" y="6138"/>
                    <a:pt x="10181" y="6579"/>
                    <a:pt x="10300" y="7186"/>
                  </a:cubicBezTo>
                  <a:cubicBezTo>
                    <a:pt x="10407" y="7698"/>
                    <a:pt x="10228" y="8186"/>
                    <a:pt x="9812" y="8496"/>
                  </a:cubicBezTo>
                  <a:cubicBezTo>
                    <a:pt x="9570" y="8688"/>
                    <a:pt x="9281" y="8786"/>
                    <a:pt x="8992" y="8786"/>
                  </a:cubicBezTo>
                  <a:cubicBezTo>
                    <a:pt x="8796" y="8786"/>
                    <a:pt x="8601" y="8742"/>
                    <a:pt x="8419" y="8651"/>
                  </a:cubicBezTo>
                  <a:cubicBezTo>
                    <a:pt x="8390" y="8643"/>
                    <a:pt x="8361" y="8632"/>
                    <a:pt x="8332" y="8632"/>
                  </a:cubicBezTo>
                  <a:cubicBezTo>
                    <a:pt x="8313" y="8632"/>
                    <a:pt x="8294" y="8637"/>
                    <a:pt x="8276" y="8651"/>
                  </a:cubicBezTo>
                  <a:cubicBezTo>
                    <a:pt x="8240" y="8663"/>
                    <a:pt x="8204" y="8698"/>
                    <a:pt x="8180" y="8758"/>
                  </a:cubicBezTo>
                  <a:cubicBezTo>
                    <a:pt x="8097" y="8948"/>
                    <a:pt x="7966" y="9127"/>
                    <a:pt x="7799" y="9258"/>
                  </a:cubicBezTo>
                  <a:cubicBezTo>
                    <a:pt x="7776" y="9294"/>
                    <a:pt x="7740" y="9329"/>
                    <a:pt x="7740" y="9377"/>
                  </a:cubicBezTo>
                  <a:cubicBezTo>
                    <a:pt x="7740" y="9425"/>
                    <a:pt x="7740" y="9472"/>
                    <a:pt x="7776" y="9508"/>
                  </a:cubicBezTo>
                  <a:cubicBezTo>
                    <a:pt x="7810" y="9556"/>
                    <a:pt x="7861" y="9581"/>
                    <a:pt x="7912" y="9581"/>
                  </a:cubicBezTo>
                  <a:cubicBezTo>
                    <a:pt x="7948" y="9581"/>
                    <a:pt x="7984" y="9568"/>
                    <a:pt x="8014" y="9544"/>
                  </a:cubicBezTo>
                  <a:cubicBezTo>
                    <a:pt x="8180" y="9413"/>
                    <a:pt x="8311" y="9258"/>
                    <a:pt x="8419" y="9079"/>
                  </a:cubicBezTo>
                  <a:lnTo>
                    <a:pt x="8430" y="9067"/>
                  </a:lnTo>
                  <a:lnTo>
                    <a:pt x="8442" y="9067"/>
                  </a:lnTo>
                  <a:cubicBezTo>
                    <a:pt x="8618" y="9127"/>
                    <a:pt x="8801" y="9156"/>
                    <a:pt x="8983" y="9156"/>
                  </a:cubicBezTo>
                  <a:cubicBezTo>
                    <a:pt x="9343" y="9156"/>
                    <a:pt x="9702" y="9043"/>
                    <a:pt x="10002" y="8829"/>
                  </a:cubicBezTo>
                  <a:cubicBezTo>
                    <a:pt x="10466" y="8484"/>
                    <a:pt x="10705" y="7960"/>
                    <a:pt x="10681" y="7400"/>
                  </a:cubicBezTo>
                  <a:cubicBezTo>
                    <a:pt x="10657" y="7162"/>
                    <a:pt x="10597" y="6924"/>
                    <a:pt x="10478" y="6710"/>
                  </a:cubicBezTo>
                  <a:lnTo>
                    <a:pt x="10466" y="6698"/>
                  </a:lnTo>
                  <a:lnTo>
                    <a:pt x="10478" y="6686"/>
                  </a:lnTo>
                  <a:cubicBezTo>
                    <a:pt x="11097" y="6198"/>
                    <a:pt x="11431" y="5507"/>
                    <a:pt x="11431" y="4769"/>
                  </a:cubicBezTo>
                  <a:cubicBezTo>
                    <a:pt x="11431" y="3841"/>
                    <a:pt x="10883" y="3007"/>
                    <a:pt x="10038" y="2638"/>
                  </a:cubicBezTo>
                  <a:lnTo>
                    <a:pt x="10026" y="2626"/>
                  </a:lnTo>
                  <a:lnTo>
                    <a:pt x="10026" y="2602"/>
                  </a:lnTo>
                  <a:cubicBezTo>
                    <a:pt x="10204" y="2055"/>
                    <a:pt x="10062" y="1459"/>
                    <a:pt x="9693" y="1019"/>
                  </a:cubicBezTo>
                  <a:cubicBezTo>
                    <a:pt x="9378" y="633"/>
                    <a:pt x="8907" y="429"/>
                    <a:pt x="8421" y="429"/>
                  </a:cubicBezTo>
                  <a:cubicBezTo>
                    <a:pt x="8337" y="429"/>
                    <a:pt x="8253" y="435"/>
                    <a:pt x="8169" y="447"/>
                  </a:cubicBezTo>
                  <a:lnTo>
                    <a:pt x="8157" y="447"/>
                  </a:lnTo>
                  <a:lnTo>
                    <a:pt x="8145" y="435"/>
                  </a:lnTo>
                  <a:cubicBezTo>
                    <a:pt x="7855" y="156"/>
                    <a:pt x="7473" y="2"/>
                    <a:pt x="7076" y="2"/>
                  </a:cubicBezTo>
                  <a:cubicBezTo>
                    <a:pt x="7000" y="2"/>
                    <a:pt x="6923" y="7"/>
                    <a:pt x="6847" y="19"/>
                  </a:cubicBezTo>
                  <a:cubicBezTo>
                    <a:pt x="6371" y="90"/>
                    <a:pt x="5966" y="376"/>
                    <a:pt x="5728" y="793"/>
                  </a:cubicBezTo>
                  <a:lnTo>
                    <a:pt x="5716" y="816"/>
                  </a:lnTo>
                  <a:lnTo>
                    <a:pt x="5704" y="793"/>
                  </a:lnTo>
                  <a:cubicBezTo>
                    <a:pt x="5466" y="376"/>
                    <a:pt x="5061" y="90"/>
                    <a:pt x="4585" y="19"/>
                  </a:cubicBezTo>
                  <a:cubicBezTo>
                    <a:pt x="4505" y="7"/>
                    <a:pt x="4426" y="1"/>
                    <a:pt x="4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68" name="ZoneTexte 1067">
              <a:extLst>
                <a:ext uri="{FF2B5EF4-FFF2-40B4-BE49-F238E27FC236}">
                  <a16:creationId xmlns:a16="http://schemas.microsoft.com/office/drawing/2014/main" id="{C789765B-403C-A43E-469E-FFD50224D360}"/>
                </a:ext>
              </a:extLst>
            </p:cNvPr>
            <p:cNvSpPr txBox="1"/>
            <p:nvPr/>
          </p:nvSpPr>
          <p:spPr>
            <a:xfrm>
              <a:off x="6378166" y="2774195"/>
              <a:ext cx="114123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Modèle BERT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43192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title"/>
          </p:nvPr>
        </p:nvSpPr>
        <p:spPr>
          <a:xfrm>
            <a:off x="782850" y="101362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Interface utilisateur</a:t>
            </a:r>
            <a:endParaRPr dirty="0"/>
          </a:p>
        </p:txBody>
      </p:sp>
      <p:sp>
        <p:nvSpPr>
          <p:cNvPr id="1074" name="Google Shape;1074;p32"/>
          <p:cNvSpPr txBox="1">
            <a:spLocks noGrp="1"/>
          </p:cNvSpPr>
          <p:nvPr>
            <p:ph type="subTitle" idx="1"/>
          </p:nvPr>
        </p:nvSpPr>
        <p:spPr>
          <a:xfrm>
            <a:off x="782850" y="2824875"/>
            <a:ext cx="3435300" cy="1305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L’objectif était de faire une interface très simple pour avoir un affichage des perfomances de mon modèle</a:t>
            </a:r>
            <a:endParaRPr dirty="0"/>
          </a:p>
        </p:txBody>
      </p:sp>
      <p:grpSp>
        <p:nvGrpSpPr>
          <p:cNvPr id="1076" name="Google Shape;1076;p32"/>
          <p:cNvGrpSpPr/>
          <p:nvPr/>
        </p:nvGrpSpPr>
        <p:grpSpPr>
          <a:xfrm rot="10800000">
            <a:off x="3188769" y="4079806"/>
            <a:ext cx="1803578" cy="1592367"/>
            <a:chOff x="-4912150" y="-393637"/>
            <a:chExt cx="2057000" cy="1816112"/>
          </a:xfrm>
        </p:grpSpPr>
        <p:sp>
          <p:nvSpPr>
            <p:cNvPr id="1077" name="Google Shape;1077;p32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2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2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2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2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2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32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2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2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2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2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2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2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2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6" name="Google Shape;1096;p32"/>
          <p:cNvGrpSpPr/>
          <p:nvPr/>
        </p:nvGrpSpPr>
        <p:grpSpPr>
          <a:xfrm>
            <a:off x="4572000" y="169263"/>
            <a:ext cx="946675" cy="901375"/>
            <a:chOff x="4487300" y="227688"/>
            <a:chExt cx="946675" cy="901375"/>
          </a:xfrm>
        </p:grpSpPr>
        <p:grpSp>
          <p:nvGrpSpPr>
            <p:cNvPr id="1097" name="Google Shape;1097;p32"/>
            <p:cNvGrpSpPr/>
            <p:nvPr/>
          </p:nvGrpSpPr>
          <p:grpSpPr>
            <a:xfrm>
              <a:off x="5249800" y="345688"/>
              <a:ext cx="184175" cy="158025"/>
              <a:chOff x="-3626300" y="-1680825"/>
              <a:chExt cx="184175" cy="158025"/>
            </a:xfrm>
          </p:grpSpPr>
          <p:sp>
            <p:nvSpPr>
              <p:cNvPr id="1098" name="Google Shape;1098;p32"/>
              <p:cNvSpPr/>
              <p:nvPr/>
            </p:nvSpPr>
            <p:spPr>
              <a:xfrm>
                <a:off x="-3626300" y="-1680825"/>
                <a:ext cx="184175" cy="158025"/>
              </a:xfrm>
              <a:custGeom>
                <a:avLst/>
                <a:gdLst/>
                <a:ahLst/>
                <a:cxnLst/>
                <a:rect l="l" t="t" r="r" b="b"/>
                <a:pathLst>
                  <a:path w="7367" h="6321" extrusionOk="0">
                    <a:moveTo>
                      <a:pt x="4219" y="295"/>
                    </a:moveTo>
                    <a:cubicBezTo>
                      <a:pt x="5804" y="295"/>
                      <a:pt x="7087" y="1578"/>
                      <a:pt x="7087" y="3163"/>
                    </a:cubicBezTo>
                    <a:cubicBezTo>
                      <a:pt x="7087" y="4901"/>
                      <a:pt x="5670" y="6050"/>
                      <a:pt x="4190" y="6050"/>
                    </a:cubicBezTo>
                    <a:cubicBezTo>
                      <a:pt x="3484" y="6050"/>
                      <a:pt x="2764" y="5789"/>
                      <a:pt x="2177" y="5205"/>
                    </a:cubicBezTo>
                    <a:cubicBezTo>
                      <a:pt x="369" y="3386"/>
                      <a:pt x="1653" y="295"/>
                      <a:pt x="4219" y="295"/>
                    </a:cubicBezTo>
                    <a:close/>
                    <a:moveTo>
                      <a:pt x="4193" y="1"/>
                    </a:moveTo>
                    <a:cubicBezTo>
                      <a:pt x="3419" y="1"/>
                      <a:pt x="2630" y="289"/>
                      <a:pt x="1987" y="931"/>
                    </a:cubicBezTo>
                    <a:cubicBezTo>
                      <a:pt x="1" y="2928"/>
                      <a:pt x="1407" y="6321"/>
                      <a:pt x="4219" y="6321"/>
                    </a:cubicBezTo>
                    <a:cubicBezTo>
                      <a:pt x="5960" y="6321"/>
                      <a:pt x="7366" y="4904"/>
                      <a:pt x="7366" y="3163"/>
                    </a:cubicBezTo>
                    <a:cubicBezTo>
                      <a:pt x="7366" y="1260"/>
                      <a:pt x="5813" y="1"/>
                      <a:pt x="41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>
                <a:off x="-3559050" y="-1636200"/>
                <a:ext cx="76175" cy="68900"/>
              </a:xfrm>
              <a:custGeom>
                <a:avLst/>
                <a:gdLst/>
                <a:ahLst/>
                <a:cxnLst/>
                <a:rect l="l" t="t" r="r" b="b"/>
                <a:pathLst>
                  <a:path w="3047" h="2756" extrusionOk="0">
                    <a:moveTo>
                      <a:pt x="1516" y="0"/>
                    </a:moveTo>
                    <a:cubicBezTo>
                      <a:pt x="891" y="0"/>
                      <a:pt x="331" y="427"/>
                      <a:pt x="179" y="1065"/>
                    </a:cubicBezTo>
                    <a:cubicBezTo>
                      <a:pt x="0" y="1802"/>
                      <a:pt x="469" y="2550"/>
                      <a:pt x="1206" y="2717"/>
                    </a:cubicBezTo>
                    <a:cubicBezTo>
                      <a:pt x="1315" y="2743"/>
                      <a:pt x="1424" y="2756"/>
                      <a:pt x="1531" y="2756"/>
                    </a:cubicBezTo>
                    <a:cubicBezTo>
                      <a:pt x="2157" y="2756"/>
                      <a:pt x="2716" y="2329"/>
                      <a:pt x="2868" y="1690"/>
                    </a:cubicBezTo>
                    <a:cubicBezTo>
                      <a:pt x="3047" y="954"/>
                      <a:pt x="2578" y="206"/>
                      <a:pt x="1842" y="39"/>
                    </a:cubicBezTo>
                    <a:cubicBezTo>
                      <a:pt x="1732" y="13"/>
                      <a:pt x="1623" y="0"/>
                      <a:pt x="15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00" name="Google Shape;1100;p32"/>
            <p:cNvGrpSpPr/>
            <p:nvPr/>
          </p:nvGrpSpPr>
          <p:grpSpPr>
            <a:xfrm>
              <a:off x="4487300" y="227688"/>
              <a:ext cx="716725" cy="901375"/>
              <a:chOff x="-3888525" y="-2483300"/>
              <a:chExt cx="716725" cy="901375"/>
            </a:xfrm>
          </p:grpSpPr>
          <p:sp>
            <p:nvSpPr>
              <p:cNvPr id="1101" name="Google Shape;1101;p32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03" name="Google Shape;1103;p32"/>
          <p:cNvGrpSpPr/>
          <p:nvPr/>
        </p:nvGrpSpPr>
        <p:grpSpPr>
          <a:xfrm>
            <a:off x="919197" y="2394179"/>
            <a:ext cx="3011003" cy="192185"/>
            <a:chOff x="4873322" y="2177404"/>
            <a:chExt cx="3011003" cy="192185"/>
          </a:xfrm>
        </p:grpSpPr>
        <p:sp>
          <p:nvSpPr>
            <p:cNvPr id="1104" name="Google Shape;1104;p32"/>
            <p:cNvSpPr/>
            <p:nvPr/>
          </p:nvSpPr>
          <p:spPr>
            <a:xfrm rot="-2700000" flipH="1">
              <a:off x="6184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05" name="Google Shape;1105;p32"/>
            <p:cNvCxnSpPr>
              <a:stCxn id="1106" idx="6"/>
              <a:endCxn id="1107" idx="2"/>
            </p:cNvCxnSpPr>
            <p:nvPr/>
          </p:nvCxnSpPr>
          <p:spPr>
            <a:xfrm rot="10800000">
              <a:off x="4930225" y="2272525"/>
              <a:ext cx="2897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07" name="Google Shape;1107;p32"/>
            <p:cNvSpPr/>
            <p:nvPr/>
          </p:nvSpPr>
          <p:spPr>
            <a:xfrm flipH="1">
              <a:off x="487332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Google Shape;1106;p32"/>
            <p:cNvSpPr/>
            <p:nvPr/>
          </p:nvSpPr>
          <p:spPr>
            <a:xfrm flipH="1">
              <a:off x="7827325" y="2244025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B5FA9CD4-8C9B-3D86-0CC5-C1737ABF1E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275" y="1295240"/>
            <a:ext cx="2805576" cy="23311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BILAN</a:t>
            </a:r>
            <a:endParaRPr dirty="0"/>
          </a:p>
        </p:txBody>
      </p:sp>
      <p:sp>
        <p:nvSpPr>
          <p:cNvPr id="1445" name="Google Shape;1445;p42"/>
          <p:cNvSpPr txBox="1">
            <a:spLocks noGrp="1"/>
          </p:cNvSpPr>
          <p:nvPr>
            <p:ph type="subTitle" idx="1"/>
          </p:nvPr>
        </p:nvSpPr>
        <p:spPr>
          <a:xfrm>
            <a:off x="1610256" y="2621951"/>
            <a:ext cx="2433689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Mieux comprendre les thématiques et savoir prendre du recul sur un projet déjà réalisé.</a:t>
            </a:r>
            <a:endParaRPr dirty="0"/>
          </a:p>
        </p:txBody>
      </p:sp>
      <p:sp>
        <p:nvSpPr>
          <p:cNvPr id="1446" name="Google Shape;1446;p42"/>
          <p:cNvSpPr txBox="1">
            <a:spLocks noGrp="1"/>
          </p:cNvSpPr>
          <p:nvPr>
            <p:ph type="subTitle" idx="2"/>
          </p:nvPr>
        </p:nvSpPr>
        <p:spPr>
          <a:xfrm>
            <a:off x="1610257" y="2251001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Conception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3" name="Google Shape;1453;p42"/>
          <p:cNvSpPr txBox="1">
            <a:spLocks noGrp="1"/>
          </p:cNvSpPr>
          <p:nvPr>
            <p:ph type="subTitle" idx="3"/>
          </p:nvPr>
        </p:nvSpPr>
        <p:spPr>
          <a:xfrm>
            <a:off x="4965966" y="2621951"/>
            <a:ext cx="2972687" cy="76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J’ai pu mettre en oeuvre l’expérience que j’ai pu aquérir lors de ma formation ainsi que durant la période d’entreprise.</a:t>
            </a:r>
            <a:endParaRPr dirty="0"/>
          </a:p>
        </p:txBody>
      </p:sp>
      <p:sp>
        <p:nvSpPr>
          <p:cNvPr id="1454" name="Google Shape;1454;p42"/>
          <p:cNvSpPr txBox="1">
            <a:spLocks noGrp="1"/>
          </p:cNvSpPr>
          <p:nvPr>
            <p:ph type="subTitle" idx="4"/>
          </p:nvPr>
        </p:nvSpPr>
        <p:spPr>
          <a:xfrm>
            <a:off x="4965954" y="2251001"/>
            <a:ext cx="22878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Réalisation</a:t>
            </a:r>
            <a:endParaRPr dirty="0"/>
          </a:p>
        </p:txBody>
      </p:sp>
      <p:sp>
        <p:nvSpPr>
          <p:cNvPr id="1478" name="Google Shape;1478;p42"/>
          <p:cNvSpPr/>
          <p:nvPr/>
        </p:nvSpPr>
        <p:spPr>
          <a:xfrm>
            <a:off x="1713132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9" name="Google Shape;1479;p42"/>
          <p:cNvSpPr/>
          <p:nvPr/>
        </p:nvSpPr>
        <p:spPr>
          <a:xfrm>
            <a:off x="1959882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0" name="Google Shape;1480;p42"/>
          <p:cNvSpPr/>
          <p:nvPr/>
        </p:nvSpPr>
        <p:spPr>
          <a:xfrm>
            <a:off x="2206632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1" name="Google Shape;1481;p42"/>
          <p:cNvSpPr/>
          <p:nvPr/>
        </p:nvSpPr>
        <p:spPr>
          <a:xfrm>
            <a:off x="2453382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2" name="Google Shape;1482;p42"/>
          <p:cNvSpPr/>
          <p:nvPr/>
        </p:nvSpPr>
        <p:spPr>
          <a:xfrm>
            <a:off x="2700132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83" name="Google Shape;1483;p42"/>
          <p:cNvSpPr/>
          <p:nvPr/>
        </p:nvSpPr>
        <p:spPr>
          <a:xfrm>
            <a:off x="5080104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4" name="Google Shape;1484;p42"/>
          <p:cNvSpPr/>
          <p:nvPr/>
        </p:nvSpPr>
        <p:spPr>
          <a:xfrm>
            <a:off x="5326854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5" name="Google Shape;1485;p42"/>
          <p:cNvSpPr/>
          <p:nvPr/>
        </p:nvSpPr>
        <p:spPr>
          <a:xfrm>
            <a:off x="5573604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86" name="Google Shape;1486;p42"/>
          <p:cNvSpPr/>
          <p:nvPr/>
        </p:nvSpPr>
        <p:spPr>
          <a:xfrm>
            <a:off x="5820354" y="1990908"/>
            <a:ext cx="158100" cy="158100"/>
          </a:xfrm>
          <a:prstGeom prst="ellipse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87" name="Google Shape;1487;p42"/>
          <p:cNvSpPr/>
          <p:nvPr/>
        </p:nvSpPr>
        <p:spPr>
          <a:xfrm>
            <a:off x="6067104" y="1990908"/>
            <a:ext cx="158100" cy="158100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5049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914945D3-DDED-0B55-ACDC-15C2762890DB}"/>
              </a:ext>
            </a:extLst>
          </p:cNvPr>
          <p:cNvSpPr txBox="1">
            <a:spLocks/>
          </p:cNvSpPr>
          <p:nvPr/>
        </p:nvSpPr>
        <p:spPr>
          <a:xfrm>
            <a:off x="1074273" y="1573482"/>
            <a:ext cx="6995454" cy="251883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200000"/>
              </a:lnSpc>
              <a:buClr>
                <a:schemeClr val="tx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Optimisation et Amélioration d’un modèle IA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Présentation du projet d’entreprise</a:t>
            </a:r>
          </a:p>
          <a:p>
            <a:pPr marL="342900" lvl="2" indent="-342900">
              <a:lnSpc>
                <a:spcPct val="200000"/>
              </a:lnSpc>
              <a:buClr>
                <a:schemeClr val="tx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Démonstration du </a:t>
            </a: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  <a:sym typeface="Montserrat"/>
              </a:rPr>
              <a:t>Tableau</a:t>
            </a: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 de Bord Agilor</a:t>
            </a:r>
          </a:p>
          <a:p>
            <a:pPr marL="342900" lvl="2" indent="-342900">
              <a:lnSpc>
                <a:spcPct val="200000"/>
              </a:lnSpc>
              <a:buClr>
                <a:schemeClr val="tx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Conclusion et Bilan de mon expérience</a:t>
            </a:r>
          </a:p>
          <a:p>
            <a:pPr marL="342900" lvl="1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72143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d’entreprise</a:t>
            </a:r>
            <a:endParaRPr dirty="0"/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86" name="Google Shape;986;p30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39545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Crédit Agricole des Côtes d’Amor</a:t>
            </a:r>
            <a:endParaRPr dirty="0"/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53845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Présentation de l’entreprise</a:t>
            </a:r>
            <a:endParaRPr sz="1800" dirty="0"/>
          </a:p>
        </p:txBody>
      </p:sp>
      <p:sp>
        <p:nvSpPr>
          <p:cNvPr id="988" name="Google Shape;988;p30"/>
          <p:cNvSpPr txBox="1">
            <a:spLocks noGrp="1"/>
          </p:cNvSpPr>
          <p:nvPr>
            <p:ph type="title" idx="4"/>
          </p:nvPr>
        </p:nvSpPr>
        <p:spPr>
          <a:xfrm flipH="1">
            <a:off x="1033550" y="3197429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1033549" y="4313150"/>
            <a:ext cx="3448395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CascadeTabNet/ LayoutLM, Monitoring et Base de données</a:t>
            </a:r>
            <a:endParaRPr dirty="0"/>
          </a:p>
        </p:txBody>
      </p:sp>
      <p:sp>
        <p:nvSpPr>
          <p:cNvPr id="990" name="Google Shape;990;p30"/>
          <p:cNvSpPr txBox="1">
            <a:spLocks noGrp="1"/>
          </p:cNvSpPr>
          <p:nvPr>
            <p:ph type="subTitle" idx="6"/>
          </p:nvPr>
        </p:nvSpPr>
        <p:spPr>
          <a:xfrm>
            <a:off x="1033550" y="3855903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Réalisation du projet</a:t>
            </a:r>
            <a:endParaRPr sz="1800" dirty="0"/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12" name="Google Shape;1012;p30"/>
          <p:cNvSpPr txBox="1">
            <a:spLocks noGrp="1"/>
          </p:cNvSpPr>
          <p:nvPr>
            <p:ph type="subTitle" idx="8"/>
          </p:nvPr>
        </p:nvSpPr>
        <p:spPr>
          <a:xfrm>
            <a:off x="4973782" y="2480675"/>
            <a:ext cx="3136643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Conceptualisation</a:t>
            </a:r>
            <a:r>
              <a:rPr lang="en" dirty="0"/>
              <a:t>, Diagramme de Gantt et découpage en tâche </a:t>
            </a:r>
            <a:endParaRPr dirty="0"/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Gestion de projet</a:t>
            </a:r>
            <a:endParaRPr dirty="0"/>
          </a:p>
        </p:txBody>
      </p:sp>
      <p:sp>
        <p:nvSpPr>
          <p:cNvPr id="1014" name="Google Shape;1014;p30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15" name="Google Shape;1015;p30"/>
          <p:cNvSpPr txBox="1">
            <a:spLocks noGrp="1"/>
          </p:cNvSpPr>
          <p:nvPr>
            <p:ph type="subTitle" idx="14"/>
          </p:nvPr>
        </p:nvSpPr>
        <p:spPr>
          <a:xfrm>
            <a:off x="5403273" y="4313150"/>
            <a:ext cx="2707152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sur l’ARM, avenir du projet et expérience acquise</a:t>
            </a:r>
            <a:endParaRPr dirty="0"/>
          </a:p>
        </p:txBody>
      </p:sp>
      <p:sp>
        <p:nvSpPr>
          <p:cNvPr id="1016" name="Google Shape;1016;p30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Bilan et amélioration envisageables</a:t>
            </a:r>
            <a:endParaRPr sz="1800" dirty="0"/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1148150" y="2234432"/>
            <a:ext cx="6847800" cy="192185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48150" y="4102498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105066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38959" y="2596704"/>
            <a:ext cx="4373316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Présentation du Crédit Agricole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352552"/>
            <a:ext cx="3572478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3F80B32-5726-741A-A6E7-05CFE9A33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 bwMode="auto">
          <a:xfrm>
            <a:off x="3061261" y="1492650"/>
            <a:ext cx="3021477" cy="2158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188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3F80B32-5726-741A-A6E7-05CFE9A33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 bwMode="auto">
          <a:xfrm>
            <a:off x="3682936" y="596772"/>
            <a:ext cx="1611874" cy="11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2C6AB2A-3B13-9B5A-DB0A-ED01B87F0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6111" y="1748111"/>
            <a:ext cx="4358118" cy="2361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903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3F80B32-5726-741A-A6E7-05CFE9A33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/>
        </p:blipFill>
        <p:spPr bwMode="auto">
          <a:xfrm>
            <a:off x="3682936" y="596772"/>
            <a:ext cx="1611874" cy="1151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>
            <a:extLst>
              <a:ext uri="{FF2B5EF4-FFF2-40B4-BE49-F238E27FC236}">
                <a16:creationId xmlns:a16="http://schemas.microsoft.com/office/drawing/2014/main" id="{3FE02503-8AAF-4927-A981-AD8A27BA7B13}"/>
              </a:ext>
            </a:extLst>
          </p:cNvPr>
          <p:cNvGrpSpPr/>
          <p:nvPr/>
        </p:nvGrpSpPr>
        <p:grpSpPr>
          <a:xfrm>
            <a:off x="1393024" y="2080940"/>
            <a:ext cx="6231947" cy="1314450"/>
            <a:chOff x="1393024" y="2080940"/>
            <a:chExt cx="6231947" cy="1314450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C925EF57-D10F-ED3E-847F-00F7723509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4296" y="2176190"/>
              <a:ext cx="1590675" cy="1123950"/>
            </a:xfrm>
            <a:prstGeom prst="rect">
              <a:avLst/>
            </a:prstGeom>
          </p:spPr>
        </p:pic>
        <p:pic>
          <p:nvPicPr>
            <p:cNvPr id="5" name="Image 4">
              <a:extLst>
                <a:ext uri="{FF2B5EF4-FFF2-40B4-BE49-F238E27FC236}">
                  <a16:creationId xmlns:a16="http://schemas.microsoft.com/office/drawing/2014/main" id="{F6C5AC9E-1AC7-4700-0C15-9871CB841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723185" y="2080940"/>
              <a:ext cx="1571625" cy="1314450"/>
            </a:xfrm>
            <a:prstGeom prst="rect">
              <a:avLst/>
            </a:prstGeom>
          </p:spPr>
        </p:pic>
        <p:pic>
          <p:nvPicPr>
            <p:cNvPr id="10" name="Image 9">
              <a:extLst>
                <a:ext uri="{FF2B5EF4-FFF2-40B4-BE49-F238E27FC236}">
                  <a16:creationId xmlns:a16="http://schemas.microsoft.com/office/drawing/2014/main" id="{A15D820A-E14C-D41C-5761-E2DC8BE337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393024" y="2266677"/>
              <a:ext cx="1590675" cy="9429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0122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47"/>
          <p:cNvSpPr txBox="1">
            <a:spLocks noGrp="1"/>
          </p:cNvSpPr>
          <p:nvPr>
            <p:ph type="title"/>
          </p:nvPr>
        </p:nvSpPr>
        <p:spPr>
          <a:xfrm>
            <a:off x="1862850" y="5562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360 638</a:t>
            </a:r>
            <a:endParaRPr dirty="0"/>
          </a:p>
        </p:txBody>
      </p:sp>
      <p:sp>
        <p:nvSpPr>
          <p:cNvPr id="1639" name="Google Shape;1639;p47"/>
          <p:cNvSpPr txBox="1">
            <a:spLocks noGrp="1"/>
          </p:cNvSpPr>
          <p:nvPr>
            <p:ph type="subTitle" idx="1"/>
          </p:nvPr>
        </p:nvSpPr>
        <p:spPr>
          <a:xfrm>
            <a:off x="1862850" y="11925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Nombres de clients</a:t>
            </a:r>
            <a:endParaRPr dirty="0"/>
          </a:p>
        </p:txBody>
      </p:sp>
      <p:grpSp>
        <p:nvGrpSpPr>
          <p:cNvPr id="1640" name="Google Shape;1640;p47"/>
          <p:cNvGrpSpPr/>
          <p:nvPr/>
        </p:nvGrpSpPr>
        <p:grpSpPr>
          <a:xfrm flipH="1">
            <a:off x="2335050" y="1716708"/>
            <a:ext cx="4473900" cy="192185"/>
            <a:chOff x="2363547" y="1069304"/>
            <a:chExt cx="4473900" cy="192184"/>
          </a:xfrm>
        </p:grpSpPr>
        <p:grpSp>
          <p:nvGrpSpPr>
            <p:cNvPr id="1641" name="Google Shape;1641;p47"/>
            <p:cNvGrpSpPr/>
            <p:nvPr/>
          </p:nvGrpSpPr>
          <p:grpSpPr>
            <a:xfrm>
              <a:off x="2363547" y="1069304"/>
              <a:ext cx="4416900" cy="192184"/>
              <a:chOff x="2335097" y="1069304"/>
              <a:chExt cx="4416900" cy="192184"/>
            </a:xfrm>
          </p:grpSpPr>
          <p:sp>
            <p:nvSpPr>
              <p:cNvPr id="1642" name="Google Shape;1642;p47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43" name="Google Shape;1643;p47"/>
              <p:cNvCxnSpPr>
                <a:stCxn id="1644" idx="6"/>
                <a:endCxn id="1645" idx="2"/>
              </p:cNvCxnSpPr>
              <p:nvPr/>
            </p:nvCxnSpPr>
            <p:spPr>
              <a:xfrm rot="10800000">
                <a:off x="2392097" y="1164417"/>
                <a:ext cx="4359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45" name="Google Shape;1645;p47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44" name="Google Shape;1644;p47"/>
            <p:cNvSpPr/>
            <p:nvPr/>
          </p:nvSpPr>
          <p:spPr>
            <a:xfrm flipH="1">
              <a:off x="6780447" y="11359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6" name="Google Shape;1646;p47"/>
          <p:cNvSpPr txBox="1">
            <a:spLocks noGrp="1"/>
          </p:cNvSpPr>
          <p:nvPr>
            <p:ph type="title" idx="2"/>
          </p:nvPr>
        </p:nvSpPr>
        <p:spPr>
          <a:xfrm>
            <a:off x="1862850" y="210690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1280</a:t>
            </a:r>
            <a:endParaRPr dirty="0"/>
          </a:p>
        </p:txBody>
      </p:sp>
      <p:sp>
        <p:nvSpPr>
          <p:cNvPr id="1647" name="Google Shape;1647;p47"/>
          <p:cNvSpPr txBox="1">
            <a:spLocks noGrp="1"/>
          </p:cNvSpPr>
          <p:nvPr>
            <p:ph type="subTitle" idx="3"/>
          </p:nvPr>
        </p:nvSpPr>
        <p:spPr>
          <a:xfrm>
            <a:off x="1862850" y="274320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Nombres de collaborateurs</a:t>
            </a:r>
            <a:endParaRPr dirty="0"/>
          </a:p>
        </p:txBody>
      </p:sp>
      <p:sp>
        <p:nvSpPr>
          <p:cNvPr id="1648" name="Google Shape;1648;p47"/>
          <p:cNvSpPr txBox="1">
            <a:spLocks noGrp="1"/>
          </p:cNvSpPr>
          <p:nvPr>
            <p:ph type="title" idx="4"/>
          </p:nvPr>
        </p:nvSpPr>
        <p:spPr>
          <a:xfrm>
            <a:off x="1862850" y="3657550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179 409</a:t>
            </a:r>
            <a:endParaRPr dirty="0"/>
          </a:p>
        </p:txBody>
      </p:sp>
      <p:sp>
        <p:nvSpPr>
          <p:cNvPr id="1649" name="Google Shape;1649;p47"/>
          <p:cNvSpPr txBox="1">
            <a:spLocks noGrp="1"/>
          </p:cNvSpPr>
          <p:nvPr>
            <p:ph type="subTitle" idx="5"/>
          </p:nvPr>
        </p:nvSpPr>
        <p:spPr>
          <a:xfrm>
            <a:off x="1862850" y="4293850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Nombres de sociétaires</a:t>
            </a:r>
            <a:endParaRPr dirty="0"/>
          </a:p>
        </p:txBody>
      </p:sp>
      <p:grpSp>
        <p:nvGrpSpPr>
          <p:cNvPr id="1650" name="Google Shape;1650;p47"/>
          <p:cNvGrpSpPr/>
          <p:nvPr/>
        </p:nvGrpSpPr>
        <p:grpSpPr>
          <a:xfrm flipH="1">
            <a:off x="2335050" y="3266783"/>
            <a:ext cx="4473900" cy="192185"/>
            <a:chOff x="2363547" y="1069304"/>
            <a:chExt cx="4473900" cy="192184"/>
          </a:xfrm>
        </p:grpSpPr>
        <p:grpSp>
          <p:nvGrpSpPr>
            <p:cNvPr id="1651" name="Google Shape;1651;p47"/>
            <p:cNvGrpSpPr/>
            <p:nvPr/>
          </p:nvGrpSpPr>
          <p:grpSpPr>
            <a:xfrm>
              <a:off x="2363547" y="1069304"/>
              <a:ext cx="4416900" cy="192184"/>
              <a:chOff x="2335097" y="1069304"/>
              <a:chExt cx="4416900" cy="192184"/>
            </a:xfrm>
          </p:grpSpPr>
          <p:sp>
            <p:nvSpPr>
              <p:cNvPr id="1652" name="Google Shape;1652;p47"/>
              <p:cNvSpPr/>
              <p:nvPr/>
            </p:nvSpPr>
            <p:spPr>
              <a:xfrm rot="-2700000" flipH="1">
                <a:off x="61082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53" name="Google Shape;1653;p47"/>
              <p:cNvCxnSpPr>
                <a:stCxn id="1654" idx="6"/>
                <a:endCxn id="1655" idx="2"/>
              </p:cNvCxnSpPr>
              <p:nvPr/>
            </p:nvCxnSpPr>
            <p:spPr>
              <a:xfrm rot="10800000">
                <a:off x="2392097" y="1164417"/>
                <a:ext cx="4359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655" name="Google Shape;1655;p47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654" name="Google Shape;1654;p47"/>
            <p:cNvSpPr/>
            <p:nvPr/>
          </p:nvSpPr>
          <p:spPr>
            <a:xfrm flipH="1">
              <a:off x="6780447" y="11359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32483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3" name="Google Shape;1163;p34"/>
          <p:cNvGrpSpPr/>
          <p:nvPr/>
        </p:nvGrpSpPr>
        <p:grpSpPr>
          <a:xfrm rot="10800000">
            <a:off x="2460069" y="-714219"/>
            <a:ext cx="1803578" cy="1592367"/>
            <a:chOff x="-4912150" y="-393637"/>
            <a:chExt cx="2057000" cy="1816112"/>
          </a:xfrm>
        </p:grpSpPr>
        <p:sp>
          <p:nvSpPr>
            <p:cNvPr id="1164" name="Google Shape;1164;p34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34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34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34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34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34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34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34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34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34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34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34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34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34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34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34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34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34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34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183;p34"/>
          <p:cNvGrpSpPr/>
          <p:nvPr/>
        </p:nvGrpSpPr>
        <p:grpSpPr>
          <a:xfrm>
            <a:off x="6286297" y="3482200"/>
            <a:ext cx="1929500" cy="2210100"/>
            <a:chOff x="295725" y="-3462825"/>
            <a:chExt cx="1929500" cy="2210100"/>
          </a:xfrm>
        </p:grpSpPr>
        <p:sp>
          <p:nvSpPr>
            <p:cNvPr id="1184" name="Google Shape;1184;p34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34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34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34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188;p34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189;p34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Google Shape;1190;p34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Google Shape;1191;p34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192;p34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34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34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34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34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Google Shape;1197;p34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Google Shape;1198;p34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199;p34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200;p34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201;p34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202;p34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203;p34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34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34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" name="Image 11">
            <a:extLst>
              <a:ext uri="{FF2B5EF4-FFF2-40B4-BE49-F238E27FC236}">
                <a16:creationId xmlns:a16="http://schemas.microsoft.com/office/drawing/2014/main" id="{5C507AD1-3A14-EF92-694D-574294764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180" y="1729385"/>
            <a:ext cx="4915640" cy="168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50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1F0301B-F7BC-1406-6ED7-DA0CCF9BD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45" r="1"/>
          <a:stretch/>
        </p:blipFill>
        <p:spPr>
          <a:xfrm>
            <a:off x="879764" y="1570053"/>
            <a:ext cx="2568655" cy="1684729"/>
          </a:xfrm>
          <a:prstGeom prst="rect">
            <a:avLst/>
          </a:prstGeom>
        </p:spPr>
      </p:pic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DA4902A3-BD6C-4B01-0FE8-B7D35DD5F83E}"/>
              </a:ext>
            </a:extLst>
          </p:cNvPr>
          <p:cNvSpPr/>
          <p:nvPr/>
        </p:nvSpPr>
        <p:spPr>
          <a:xfrm>
            <a:off x="3579179" y="2384709"/>
            <a:ext cx="1661556" cy="254076"/>
          </a:xfrm>
          <a:prstGeom prst="rightArrow">
            <a:avLst>
              <a:gd name="adj1" fmla="val 50000"/>
              <a:gd name="adj2" fmla="val 115806"/>
            </a:avLst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Google Shape;1638;p47">
            <a:extLst>
              <a:ext uri="{FF2B5EF4-FFF2-40B4-BE49-F238E27FC236}">
                <a16:creationId xmlns:a16="http://schemas.microsoft.com/office/drawing/2014/main" id="{0977C1FD-1907-83E8-E812-C12415E8F8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28370" y="2066559"/>
            <a:ext cx="5418300" cy="6363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000" dirty="0"/>
              <a:t>100%</a:t>
            </a:r>
            <a:endParaRPr sz="4000" dirty="0"/>
          </a:p>
        </p:txBody>
      </p:sp>
      <p:sp>
        <p:nvSpPr>
          <p:cNvPr id="16" name="Google Shape;1639;p47">
            <a:extLst>
              <a:ext uri="{FF2B5EF4-FFF2-40B4-BE49-F238E27FC236}">
                <a16:creationId xmlns:a16="http://schemas.microsoft.com/office/drawing/2014/main" id="{FD6FB176-FA57-F99E-F834-BEE7166526D2}"/>
              </a:ext>
            </a:extLst>
          </p:cNvPr>
          <p:cNvSpPr txBox="1">
            <a:spLocks/>
          </p:cNvSpPr>
          <p:nvPr/>
        </p:nvSpPr>
        <p:spPr>
          <a:xfrm>
            <a:off x="4328370" y="2621819"/>
            <a:ext cx="5418300" cy="293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Financement du matériel agricole</a:t>
            </a:r>
          </a:p>
        </p:txBody>
      </p:sp>
    </p:spTree>
    <p:extLst>
      <p:ext uri="{BB962C8B-B14F-4D97-AF65-F5344CB8AC3E}">
        <p14:creationId xmlns:p14="http://schemas.microsoft.com/office/powerpoint/2010/main" val="66807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8"/>
          <p:cNvSpPr txBox="1">
            <a:spLocks noGrp="1"/>
          </p:cNvSpPr>
          <p:nvPr>
            <p:ph type="title"/>
          </p:nvPr>
        </p:nvSpPr>
        <p:spPr>
          <a:xfrm>
            <a:off x="1267387" y="1365025"/>
            <a:ext cx="6609300" cy="14079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48h</a:t>
            </a:r>
            <a:endParaRPr dirty="0"/>
          </a:p>
        </p:txBody>
      </p:sp>
      <p:sp>
        <p:nvSpPr>
          <p:cNvPr id="1319" name="Google Shape;1319;p38"/>
          <p:cNvSpPr txBox="1">
            <a:spLocks noGrp="1"/>
          </p:cNvSpPr>
          <p:nvPr>
            <p:ph type="subTitle" idx="1"/>
          </p:nvPr>
        </p:nvSpPr>
        <p:spPr>
          <a:xfrm>
            <a:off x="1267375" y="3255875"/>
            <a:ext cx="6609300" cy="522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 temps moyen de réponse du pôle agilor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pour chaque dossier</a:t>
            </a:r>
            <a:endParaRPr dirty="0"/>
          </a:p>
        </p:txBody>
      </p:sp>
      <p:grpSp>
        <p:nvGrpSpPr>
          <p:cNvPr id="1320" name="Google Shape;1320;p38"/>
          <p:cNvGrpSpPr/>
          <p:nvPr/>
        </p:nvGrpSpPr>
        <p:grpSpPr>
          <a:xfrm>
            <a:off x="2299597" y="2830641"/>
            <a:ext cx="4544800" cy="192185"/>
            <a:chOff x="4102872" y="2177404"/>
            <a:chExt cx="4544800" cy="192185"/>
          </a:xfrm>
        </p:grpSpPr>
        <p:sp>
          <p:nvSpPr>
            <p:cNvPr id="1321" name="Google Shape;1321;p38"/>
            <p:cNvSpPr/>
            <p:nvPr/>
          </p:nvSpPr>
          <p:spPr>
            <a:xfrm rot="-2700000" flipH="1">
              <a:off x="73271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322" name="Google Shape;1322;p38"/>
            <p:cNvCxnSpPr>
              <a:stCxn id="1323" idx="6"/>
              <a:endCxn id="1324" idx="2"/>
            </p:cNvCxnSpPr>
            <p:nvPr/>
          </p:nvCxnSpPr>
          <p:spPr>
            <a:xfrm rot="10800000">
              <a:off x="4159972" y="2272517"/>
              <a:ext cx="44307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24" name="Google Shape;1324;p38"/>
            <p:cNvSpPr/>
            <p:nvPr/>
          </p:nvSpPr>
          <p:spPr>
            <a:xfrm flipH="1">
              <a:off x="41028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38"/>
            <p:cNvSpPr/>
            <p:nvPr/>
          </p:nvSpPr>
          <p:spPr>
            <a:xfrm flipH="1">
              <a:off x="8590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5" name="Google Shape;1325;p38"/>
          <p:cNvGrpSpPr/>
          <p:nvPr/>
        </p:nvGrpSpPr>
        <p:grpSpPr>
          <a:xfrm>
            <a:off x="3409172" y="556238"/>
            <a:ext cx="873188" cy="546900"/>
            <a:chOff x="1115510" y="4327288"/>
            <a:chExt cx="873188" cy="546900"/>
          </a:xfrm>
        </p:grpSpPr>
        <p:sp>
          <p:nvSpPr>
            <p:cNvPr id="1326" name="Google Shape;1326;p38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27" name="Google Shape;1327;p38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328" name="Google Shape;1328;p38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38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38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31" name="Google Shape;1331;p38"/>
          <p:cNvGrpSpPr/>
          <p:nvPr/>
        </p:nvGrpSpPr>
        <p:grpSpPr>
          <a:xfrm flipH="1">
            <a:off x="8501831" y="1965068"/>
            <a:ext cx="1019565" cy="1290805"/>
            <a:chOff x="-4017975" y="-49702"/>
            <a:chExt cx="1162825" cy="1472177"/>
          </a:xfrm>
        </p:grpSpPr>
        <p:sp>
          <p:nvSpPr>
            <p:cNvPr id="1332" name="Google Shape;1332;p38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38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38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38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38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38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38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d’entreprise</a:t>
            </a:r>
            <a:endParaRPr dirty="0"/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01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6" name="Google Shape;986;p30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39545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Crédit Agricole des Côtes d’Amor</a:t>
            </a:r>
            <a:endParaRPr dirty="0"/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53845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65000"/>
                  </a:schemeClr>
                </a:solidFill>
              </a:rPr>
              <a:t>Présentation de l’entreprise</a:t>
            </a:r>
            <a:endParaRPr sz="1800"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8" name="Google Shape;988;p30"/>
          <p:cNvSpPr txBox="1">
            <a:spLocks noGrp="1"/>
          </p:cNvSpPr>
          <p:nvPr>
            <p:ph type="title" idx="4"/>
          </p:nvPr>
        </p:nvSpPr>
        <p:spPr>
          <a:xfrm flipH="1">
            <a:off x="1033550" y="3197429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1033549" y="4313150"/>
            <a:ext cx="3448395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CascadeTabNet/ LayoutLM, Monitoring et Base de données</a:t>
            </a:r>
            <a:endParaRPr dirty="0"/>
          </a:p>
        </p:txBody>
      </p:sp>
      <p:sp>
        <p:nvSpPr>
          <p:cNvPr id="990" name="Google Shape;990;p30"/>
          <p:cNvSpPr txBox="1">
            <a:spLocks noGrp="1"/>
          </p:cNvSpPr>
          <p:nvPr>
            <p:ph type="subTitle" idx="6"/>
          </p:nvPr>
        </p:nvSpPr>
        <p:spPr>
          <a:xfrm>
            <a:off x="1033550" y="3855903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Réalisation du projet</a:t>
            </a:r>
            <a:endParaRPr sz="1800" dirty="0"/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12" name="Google Shape;1012;p30"/>
          <p:cNvSpPr txBox="1">
            <a:spLocks noGrp="1"/>
          </p:cNvSpPr>
          <p:nvPr>
            <p:ph type="subTitle" idx="8"/>
          </p:nvPr>
        </p:nvSpPr>
        <p:spPr>
          <a:xfrm>
            <a:off x="4973782" y="2480675"/>
            <a:ext cx="3136643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Conceptualisation</a:t>
            </a:r>
            <a:r>
              <a:rPr lang="en" dirty="0"/>
              <a:t>, Diagramme de Gantt et découpage en tâche </a:t>
            </a:r>
            <a:endParaRPr dirty="0"/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Gestion de projet</a:t>
            </a:r>
            <a:endParaRPr dirty="0"/>
          </a:p>
        </p:txBody>
      </p:sp>
      <p:sp>
        <p:nvSpPr>
          <p:cNvPr id="1014" name="Google Shape;1014;p30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15" name="Google Shape;1015;p30"/>
          <p:cNvSpPr txBox="1">
            <a:spLocks noGrp="1"/>
          </p:cNvSpPr>
          <p:nvPr>
            <p:ph type="subTitle" idx="14"/>
          </p:nvPr>
        </p:nvSpPr>
        <p:spPr>
          <a:xfrm>
            <a:off x="5403273" y="4313150"/>
            <a:ext cx="2707152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sur l’ARM, avenir du projet et expérience acquise</a:t>
            </a:r>
            <a:endParaRPr dirty="0"/>
          </a:p>
        </p:txBody>
      </p:sp>
      <p:sp>
        <p:nvSpPr>
          <p:cNvPr id="1016" name="Google Shape;1016;p30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Bilan et amélioration envisageables</a:t>
            </a:r>
            <a:endParaRPr sz="1800" dirty="0"/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1148150" y="2234432"/>
            <a:ext cx="6847800" cy="192185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48150" y="4102498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703018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105066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38959" y="2596704"/>
            <a:ext cx="4373316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Réalisation du projet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352552"/>
            <a:ext cx="3572478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839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0"/>
          <p:cNvSpPr txBox="1">
            <a:spLocks noGrp="1"/>
          </p:cNvSpPr>
          <p:nvPr>
            <p:ph type="title"/>
          </p:nvPr>
        </p:nvSpPr>
        <p:spPr>
          <a:xfrm>
            <a:off x="1973229" y="553996"/>
            <a:ext cx="5904000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/>
              <a:t>Mais </a:t>
            </a:r>
            <a:r>
              <a:rPr lang="en" sz="8000" b="0" dirty="0">
                <a:latin typeface="Montserrat Medium"/>
                <a:ea typeface="Montserrat Medium"/>
                <a:cs typeface="Montserrat Medium"/>
                <a:sym typeface="Montserrat Medium"/>
              </a:rPr>
              <a:t>quel projet ?</a:t>
            </a:r>
            <a:endParaRPr sz="8000" b="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74" name="Google Shape;1374;p40"/>
          <p:cNvGrpSpPr/>
          <p:nvPr/>
        </p:nvGrpSpPr>
        <p:grpSpPr>
          <a:xfrm flipH="1">
            <a:off x="378472" y="3923488"/>
            <a:ext cx="1929500" cy="2210100"/>
            <a:chOff x="295725" y="-3462825"/>
            <a:chExt cx="1929500" cy="2210100"/>
          </a:xfrm>
        </p:grpSpPr>
        <p:sp>
          <p:nvSpPr>
            <p:cNvPr id="1375" name="Google Shape;1375;p4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40"/>
          <p:cNvGrpSpPr/>
          <p:nvPr/>
        </p:nvGrpSpPr>
        <p:grpSpPr>
          <a:xfrm flipH="1">
            <a:off x="4571988" y="-438607"/>
            <a:ext cx="1938846" cy="1720830"/>
            <a:chOff x="-1873362" y="2120543"/>
            <a:chExt cx="1938846" cy="1720830"/>
          </a:xfrm>
        </p:grpSpPr>
        <p:sp>
          <p:nvSpPr>
            <p:cNvPr id="1401" name="Google Shape;1401;p4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12192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1F0301B-F7BC-1406-6ED7-DA0CCF9BD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45" r="1"/>
          <a:stretch/>
        </p:blipFill>
        <p:spPr>
          <a:xfrm>
            <a:off x="3287672" y="1729385"/>
            <a:ext cx="2568655" cy="168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33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A1F0301B-F7BC-1406-6ED7-DA0CCF9BD4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745" r="1"/>
          <a:stretch/>
        </p:blipFill>
        <p:spPr>
          <a:xfrm>
            <a:off x="3372191" y="510217"/>
            <a:ext cx="2399618" cy="1573861"/>
          </a:xfrm>
          <a:prstGeom prst="rect">
            <a:avLst/>
          </a:prstGeom>
        </p:spPr>
      </p:pic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000D9549-F4CB-38A4-54C7-0F7720F54544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572000" y="2084078"/>
            <a:ext cx="17042" cy="949714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" name="Google Shape;10455;p64">
            <a:extLst>
              <a:ext uri="{FF2B5EF4-FFF2-40B4-BE49-F238E27FC236}">
                <a16:creationId xmlns:a16="http://schemas.microsoft.com/office/drawing/2014/main" id="{E11CB6DC-EE20-E700-FB63-72B220E72795}"/>
              </a:ext>
            </a:extLst>
          </p:cNvPr>
          <p:cNvGrpSpPr/>
          <p:nvPr/>
        </p:nvGrpSpPr>
        <p:grpSpPr>
          <a:xfrm>
            <a:off x="4318181" y="3092502"/>
            <a:ext cx="541721" cy="565437"/>
            <a:chOff x="7538896" y="1970156"/>
            <a:chExt cx="361147" cy="361529"/>
          </a:xfrm>
        </p:grpSpPr>
        <p:sp>
          <p:nvSpPr>
            <p:cNvPr id="9" name="Google Shape;10456;p64">
              <a:extLst>
                <a:ext uri="{FF2B5EF4-FFF2-40B4-BE49-F238E27FC236}">
                  <a16:creationId xmlns:a16="http://schemas.microsoft.com/office/drawing/2014/main" id="{1AC79A25-B2FA-2B28-C18F-7DE77406F1D8}"/>
                </a:ext>
              </a:extLst>
            </p:cNvPr>
            <p:cNvSpPr/>
            <p:nvPr/>
          </p:nvSpPr>
          <p:spPr>
            <a:xfrm>
              <a:off x="7538896" y="1970156"/>
              <a:ext cx="361147" cy="361529"/>
            </a:xfrm>
            <a:custGeom>
              <a:avLst/>
              <a:gdLst/>
              <a:ahLst/>
              <a:cxnLst/>
              <a:rect l="l" t="t" r="r" b="b"/>
              <a:pathLst>
                <a:path w="11347" h="11359" extrusionOk="0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0" name="Google Shape;10457;p64">
              <a:extLst>
                <a:ext uri="{FF2B5EF4-FFF2-40B4-BE49-F238E27FC236}">
                  <a16:creationId xmlns:a16="http://schemas.microsoft.com/office/drawing/2014/main" id="{FCA07BF9-20D8-0CF8-DF44-387B546C4144}"/>
                </a:ext>
              </a:extLst>
            </p:cNvPr>
            <p:cNvSpPr/>
            <p:nvPr/>
          </p:nvSpPr>
          <p:spPr>
            <a:xfrm>
              <a:off x="7685907" y="2066784"/>
              <a:ext cx="101211" cy="11394"/>
            </a:xfrm>
            <a:custGeom>
              <a:avLst/>
              <a:gdLst/>
              <a:ahLst/>
              <a:cxnLst/>
              <a:rect l="l" t="t" r="r" b="b"/>
              <a:pathLst>
                <a:path w="3180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1" name="Google Shape;10458;p64">
              <a:extLst>
                <a:ext uri="{FF2B5EF4-FFF2-40B4-BE49-F238E27FC236}">
                  <a16:creationId xmlns:a16="http://schemas.microsoft.com/office/drawing/2014/main" id="{C66EE8D1-8068-0F6D-5DE8-8D1E9BDC9EAC}"/>
                </a:ext>
              </a:extLst>
            </p:cNvPr>
            <p:cNvSpPr/>
            <p:nvPr/>
          </p:nvSpPr>
          <p:spPr>
            <a:xfrm>
              <a:off x="7685907" y="2106187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" name="Google Shape;10459;p64">
              <a:extLst>
                <a:ext uri="{FF2B5EF4-FFF2-40B4-BE49-F238E27FC236}">
                  <a16:creationId xmlns:a16="http://schemas.microsoft.com/office/drawing/2014/main" id="{278DA856-3F63-A92F-8242-2910205742B2}"/>
                </a:ext>
              </a:extLst>
            </p:cNvPr>
            <p:cNvSpPr/>
            <p:nvPr/>
          </p:nvSpPr>
          <p:spPr>
            <a:xfrm>
              <a:off x="7685907" y="2145239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3" name="Google Shape;10460;p64">
              <a:extLst>
                <a:ext uri="{FF2B5EF4-FFF2-40B4-BE49-F238E27FC236}">
                  <a16:creationId xmlns:a16="http://schemas.microsoft.com/office/drawing/2014/main" id="{DB37C509-48FD-5594-5984-2E3BB996005D}"/>
                </a:ext>
              </a:extLst>
            </p:cNvPr>
            <p:cNvSpPr/>
            <p:nvPr/>
          </p:nvSpPr>
          <p:spPr>
            <a:xfrm>
              <a:off x="7685907" y="218426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4" name="Google Shape;10461;p64">
              <a:extLst>
                <a:ext uri="{FF2B5EF4-FFF2-40B4-BE49-F238E27FC236}">
                  <a16:creationId xmlns:a16="http://schemas.microsoft.com/office/drawing/2014/main" id="{26A7E041-C623-270B-E061-37BAA9085184}"/>
                </a:ext>
              </a:extLst>
            </p:cNvPr>
            <p:cNvSpPr/>
            <p:nvPr/>
          </p:nvSpPr>
          <p:spPr>
            <a:xfrm>
              <a:off x="7685907" y="222328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15" name="Google Shape;10455;p64">
            <a:extLst>
              <a:ext uri="{FF2B5EF4-FFF2-40B4-BE49-F238E27FC236}">
                <a16:creationId xmlns:a16="http://schemas.microsoft.com/office/drawing/2014/main" id="{686464F6-57E6-AC81-9FF2-73779B040761}"/>
              </a:ext>
            </a:extLst>
          </p:cNvPr>
          <p:cNvGrpSpPr/>
          <p:nvPr/>
        </p:nvGrpSpPr>
        <p:grpSpPr>
          <a:xfrm>
            <a:off x="5337298" y="3092501"/>
            <a:ext cx="541721" cy="565437"/>
            <a:chOff x="7538896" y="1970156"/>
            <a:chExt cx="361147" cy="361529"/>
          </a:xfrm>
        </p:grpSpPr>
        <p:sp>
          <p:nvSpPr>
            <p:cNvPr id="16" name="Google Shape;10456;p64">
              <a:extLst>
                <a:ext uri="{FF2B5EF4-FFF2-40B4-BE49-F238E27FC236}">
                  <a16:creationId xmlns:a16="http://schemas.microsoft.com/office/drawing/2014/main" id="{2CD23A8B-800D-4ED9-4E48-C71C8E58D90B}"/>
                </a:ext>
              </a:extLst>
            </p:cNvPr>
            <p:cNvSpPr/>
            <p:nvPr/>
          </p:nvSpPr>
          <p:spPr>
            <a:xfrm>
              <a:off x="7538896" y="1970156"/>
              <a:ext cx="361147" cy="361529"/>
            </a:xfrm>
            <a:custGeom>
              <a:avLst/>
              <a:gdLst/>
              <a:ahLst/>
              <a:cxnLst/>
              <a:rect l="l" t="t" r="r" b="b"/>
              <a:pathLst>
                <a:path w="11347" h="11359" extrusionOk="0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7" name="Google Shape;10457;p64">
              <a:extLst>
                <a:ext uri="{FF2B5EF4-FFF2-40B4-BE49-F238E27FC236}">
                  <a16:creationId xmlns:a16="http://schemas.microsoft.com/office/drawing/2014/main" id="{3AEDEB07-7654-ADD1-2206-A202928AAE3F}"/>
                </a:ext>
              </a:extLst>
            </p:cNvPr>
            <p:cNvSpPr/>
            <p:nvPr/>
          </p:nvSpPr>
          <p:spPr>
            <a:xfrm>
              <a:off x="7685907" y="2066784"/>
              <a:ext cx="101211" cy="11394"/>
            </a:xfrm>
            <a:custGeom>
              <a:avLst/>
              <a:gdLst/>
              <a:ahLst/>
              <a:cxnLst/>
              <a:rect l="l" t="t" r="r" b="b"/>
              <a:pathLst>
                <a:path w="3180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8" name="Google Shape;10458;p64">
              <a:extLst>
                <a:ext uri="{FF2B5EF4-FFF2-40B4-BE49-F238E27FC236}">
                  <a16:creationId xmlns:a16="http://schemas.microsoft.com/office/drawing/2014/main" id="{B1ECC0F5-0EB1-11AF-840A-E45967AE5965}"/>
                </a:ext>
              </a:extLst>
            </p:cNvPr>
            <p:cNvSpPr/>
            <p:nvPr/>
          </p:nvSpPr>
          <p:spPr>
            <a:xfrm>
              <a:off x="7685907" y="2106187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9" name="Google Shape;10459;p64">
              <a:extLst>
                <a:ext uri="{FF2B5EF4-FFF2-40B4-BE49-F238E27FC236}">
                  <a16:creationId xmlns:a16="http://schemas.microsoft.com/office/drawing/2014/main" id="{55D66B1C-F5E6-EAAB-EC8B-A79E49989717}"/>
                </a:ext>
              </a:extLst>
            </p:cNvPr>
            <p:cNvSpPr/>
            <p:nvPr/>
          </p:nvSpPr>
          <p:spPr>
            <a:xfrm>
              <a:off x="7685907" y="2145239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0" name="Google Shape;10460;p64">
              <a:extLst>
                <a:ext uri="{FF2B5EF4-FFF2-40B4-BE49-F238E27FC236}">
                  <a16:creationId xmlns:a16="http://schemas.microsoft.com/office/drawing/2014/main" id="{699327AA-8A09-40E7-1B49-64964FC592D2}"/>
                </a:ext>
              </a:extLst>
            </p:cNvPr>
            <p:cNvSpPr/>
            <p:nvPr/>
          </p:nvSpPr>
          <p:spPr>
            <a:xfrm>
              <a:off x="7685907" y="218426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21" name="Google Shape;10461;p64">
              <a:extLst>
                <a:ext uri="{FF2B5EF4-FFF2-40B4-BE49-F238E27FC236}">
                  <a16:creationId xmlns:a16="http://schemas.microsoft.com/office/drawing/2014/main" id="{19849DF5-1151-C56F-B657-64B09930B270}"/>
                </a:ext>
              </a:extLst>
            </p:cNvPr>
            <p:cNvSpPr/>
            <p:nvPr/>
          </p:nvSpPr>
          <p:spPr>
            <a:xfrm>
              <a:off x="7685907" y="222328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E1AAFDCA-C114-69CB-23B3-5FBC6F2407A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572000" y="2084078"/>
            <a:ext cx="907473" cy="975345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D3C7E8AD-542B-1177-2460-0BC3135420F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3733338" y="2084078"/>
            <a:ext cx="838662" cy="949714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C850648F-28E5-B321-0825-649119887263}"/>
              </a:ext>
            </a:extLst>
          </p:cNvPr>
          <p:cNvGrpSpPr/>
          <p:nvPr/>
        </p:nvGrpSpPr>
        <p:grpSpPr>
          <a:xfrm>
            <a:off x="3265204" y="3086790"/>
            <a:ext cx="660334" cy="841311"/>
            <a:chOff x="3265204" y="3086790"/>
            <a:chExt cx="660334" cy="841311"/>
          </a:xfrm>
        </p:grpSpPr>
        <p:grpSp>
          <p:nvGrpSpPr>
            <p:cNvPr id="28" name="Google Shape;10455;p64">
              <a:extLst>
                <a:ext uri="{FF2B5EF4-FFF2-40B4-BE49-F238E27FC236}">
                  <a16:creationId xmlns:a16="http://schemas.microsoft.com/office/drawing/2014/main" id="{CE7368D6-AB33-D858-936D-DA895E89193B}"/>
                </a:ext>
              </a:extLst>
            </p:cNvPr>
            <p:cNvGrpSpPr/>
            <p:nvPr/>
          </p:nvGrpSpPr>
          <p:grpSpPr>
            <a:xfrm>
              <a:off x="3298946" y="3086790"/>
              <a:ext cx="541721" cy="565437"/>
              <a:chOff x="7538896" y="1970156"/>
              <a:chExt cx="361147" cy="361529"/>
            </a:xfrm>
          </p:grpSpPr>
          <p:sp>
            <p:nvSpPr>
              <p:cNvPr id="29" name="Google Shape;10456;p64">
                <a:extLst>
                  <a:ext uri="{FF2B5EF4-FFF2-40B4-BE49-F238E27FC236}">
                    <a16:creationId xmlns:a16="http://schemas.microsoft.com/office/drawing/2014/main" id="{4BD47F26-948B-C6EA-BD7C-35C47AA886A5}"/>
                  </a:ext>
                </a:extLst>
              </p:cNvPr>
              <p:cNvSpPr/>
              <p:nvPr/>
            </p:nvSpPr>
            <p:spPr>
              <a:xfrm>
                <a:off x="7538896" y="1970156"/>
                <a:ext cx="361147" cy="361529"/>
              </a:xfrm>
              <a:custGeom>
                <a:avLst/>
                <a:gdLst/>
                <a:ahLst/>
                <a:cxnLst/>
                <a:rect l="l" t="t" r="r" b="b"/>
                <a:pathLst>
                  <a:path w="11347" h="11359" extrusionOk="0">
                    <a:moveTo>
                      <a:pt x="8918" y="584"/>
                    </a:moveTo>
                    <a:lnTo>
                      <a:pt x="9477" y="1155"/>
                    </a:lnTo>
                    <a:lnTo>
                      <a:pt x="9632" y="1298"/>
                    </a:lnTo>
                    <a:lnTo>
                      <a:pt x="10239" y="1905"/>
                    </a:lnTo>
                    <a:lnTo>
                      <a:pt x="10704" y="2370"/>
                    </a:lnTo>
                    <a:lnTo>
                      <a:pt x="8918" y="2370"/>
                    </a:lnTo>
                    <a:lnTo>
                      <a:pt x="8918" y="584"/>
                    </a:lnTo>
                    <a:close/>
                    <a:moveTo>
                      <a:pt x="2631" y="4644"/>
                    </a:moveTo>
                    <a:cubicBezTo>
                      <a:pt x="3322" y="4644"/>
                      <a:pt x="3882" y="5215"/>
                      <a:pt x="3882" y="5894"/>
                    </a:cubicBezTo>
                    <a:lnTo>
                      <a:pt x="3882" y="6192"/>
                    </a:lnTo>
                    <a:lnTo>
                      <a:pt x="3810" y="6192"/>
                    </a:lnTo>
                    <a:cubicBezTo>
                      <a:pt x="3429" y="6108"/>
                      <a:pt x="3310" y="5596"/>
                      <a:pt x="3286" y="5596"/>
                    </a:cubicBezTo>
                    <a:cubicBezTo>
                      <a:pt x="3274" y="5525"/>
                      <a:pt x="3215" y="5477"/>
                      <a:pt x="3155" y="5465"/>
                    </a:cubicBezTo>
                    <a:cubicBezTo>
                      <a:pt x="3143" y="5463"/>
                      <a:pt x="3132" y="5462"/>
                      <a:pt x="3121" y="5462"/>
                    </a:cubicBezTo>
                    <a:cubicBezTo>
                      <a:pt x="3064" y="5462"/>
                      <a:pt x="3016" y="5487"/>
                      <a:pt x="2977" y="5537"/>
                    </a:cubicBezTo>
                    <a:cubicBezTo>
                      <a:pt x="2477" y="6156"/>
                      <a:pt x="1429" y="6156"/>
                      <a:pt x="1417" y="6156"/>
                    </a:cubicBezTo>
                    <a:lnTo>
                      <a:pt x="1298" y="6156"/>
                    </a:lnTo>
                    <a:lnTo>
                      <a:pt x="1286" y="6168"/>
                    </a:lnTo>
                    <a:lnTo>
                      <a:pt x="1262" y="6180"/>
                    </a:lnTo>
                    <a:lnTo>
                      <a:pt x="1262" y="5894"/>
                    </a:lnTo>
                    <a:cubicBezTo>
                      <a:pt x="1262" y="5215"/>
                      <a:pt x="1834" y="4644"/>
                      <a:pt x="2512" y="4644"/>
                    </a:cubicBezTo>
                    <a:close/>
                    <a:moveTo>
                      <a:pt x="1238" y="6644"/>
                    </a:moveTo>
                    <a:lnTo>
                      <a:pt x="1238" y="7192"/>
                    </a:lnTo>
                    <a:cubicBezTo>
                      <a:pt x="1107" y="7180"/>
                      <a:pt x="1000" y="7061"/>
                      <a:pt x="1000" y="6930"/>
                    </a:cubicBezTo>
                    <a:cubicBezTo>
                      <a:pt x="1000" y="6846"/>
                      <a:pt x="1024" y="6775"/>
                      <a:pt x="1084" y="6715"/>
                    </a:cubicBezTo>
                    <a:cubicBezTo>
                      <a:pt x="1143" y="6715"/>
                      <a:pt x="1191" y="6692"/>
                      <a:pt x="1226" y="6644"/>
                    </a:cubicBezTo>
                    <a:close/>
                    <a:moveTo>
                      <a:pt x="3929" y="6656"/>
                    </a:moveTo>
                    <a:cubicBezTo>
                      <a:pt x="3965" y="6680"/>
                      <a:pt x="4001" y="6715"/>
                      <a:pt x="4048" y="6715"/>
                    </a:cubicBezTo>
                    <a:cubicBezTo>
                      <a:pt x="4108" y="6763"/>
                      <a:pt x="4132" y="6835"/>
                      <a:pt x="4132" y="6918"/>
                    </a:cubicBezTo>
                    <a:cubicBezTo>
                      <a:pt x="4155" y="7061"/>
                      <a:pt x="4048" y="7180"/>
                      <a:pt x="3917" y="7192"/>
                    </a:cubicBezTo>
                    <a:lnTo>
                      <a:pt x="3917" y="6656"/>
                    </a:lnTo>
                    <a:close/>
                    <a:moveTo>
                      <a:pt x="3036" y="5942"/>
                    </a:moveTo>
                    <a:cubicBezTo>
                      <a:pt x="3120" y="6132"/>
                      <a:pt x="3286" y="6358"/>
                      <a:pt x="3572" y="6465"/>
                    </a:cubicBezTo>
                    <a:lnTo>
                      <a:pt x="3572" y="7227"/>
                    </a:lnTo>
                    <a:cubicBezTo>
                      <a:pt x="3560" y="7704"/>
                      <a:pt x="3167" y="8085"/>
                      <a:pt x="2691" y="8085"/>
                    </a:cubicBezTo>
                    <a:lnTo>
                      <a:pt x="2477" y="8085"/>
                    </a:lnTo>
                    <a:cubicBezTo>
                      <a:pt x="2000" y="8085"/>
                      <a:pt x="1607" y="7692"/>
                      <a:pt x="1607" y="7227"/>
                    </a:cubicBezTo>
                    <a:lnTo>
                      <a:pt x="1607" y="6501"/>
                    </a:lnTo>
                    <a:cubicBezTo>
                      <a:pt x="1917" y="6477"/>
                      <a:pt x="2572" y="6370"/>
                      <a:pt x="3036" y="5942"/>
                    </a:cubicBezTo>
                    <a:close/>
                    <a:moveTo>
                      <a:pt x="2917" y="8418"/>
                    </a:moveTo>
                    <a:lnTo>
                      <a:pt x="2917" y="8656"/>
                    </a:lnTo>
                    <a:lnTo>
                      <a:pt x="2917" y="8668"/>
                    </a:lnTo>
                    <a:lnTo>
                      <a:pt x="2572" y="9025"/>
                    </a:lnTo>
                    <a:lnTo>
                      <a:pt x="2250" y="8692"/>
                    </a:lnTo>
                    <a:lnTo>
                      <a:pt x="2250" y="8418"/>
                    </a:lnTo>
                    <a:cubicBezTo>
                      <a:pt x="2322" y="8430"/>
                      <a:pt x="2393" y="8430"/>
                      <a:pt x="2477" y="8430"/>
                    </a:cubicBezTo>
                    <a:lnTo>
                      <a:pt x="2691" y="8430"/>
                    </a:lnTo>
                    <a:cubicBezTo>
                      <a:pt x="2774" y="8430"/>
                      <a:pt x="2846" y="8418"/>
                      <a:pt x="2917" y="8418"/>
                    </a:cubicBezTo>
                    <a:close/>
                    <a:moveTo>
                      <a:pt x="8561" y="346"/>
                    </a:moveTo>
                    <a:lnTo>
                      <a:pt x="8561" y="2560"/>
                    </a:lnTo>
                    <a:cubicBezTo>
                      <a:pt x="8561" y="2667"/>
                      <a:pt x="8632" y="2739"/>
                      <a:pt x="8739" y="2739"/>
                    </a:cubicBezTo>
                    <a:lnTo>
                      <a:pt x="10954" y="2739"/>
                    </a:lnTo>
                    <a:lnTo>
                      <a:pt x="10954" y="10954"/>
                    </a:lnTo>
                    <a:lnTo>
                      <a:pt x="5167" y="10954"/>
                    </a:lnTo>
                    <a:lnTo>
                      <a:pt x="5167" y="10263"/>
                    </a:lnTo>
                    <a:cubicBezTo>
                      <a:pt x="5167" y="9454"/>
                      <a:pt x="4608" y="9049"/>
                      <a:pt x="4310" y="8954"/>
                    </a:cubicBezTo>
                    <a:lnTo>
                      <a:pt x="3274" y="8537"/>
                    </a:lnTo>
                    <a:lnTo>
                      <a:pt x="3274" y="8311"/>
                    </a:lnTo>
                    <a:cubicBezTo>
                      <a:pt x="3560" y="8156"/>
                      <a:pt x="3786" y="7894"/>
                      <a:pt x="3870" y="7561"/>
                    </a:cubicBezTo>
                    <a:cubicBezTo>
                      <a:pt x="4215" y="7561"/>
                      <a:pt x="4489" y="7287"/>
                      <a:pt x="4489" y="6930"/>
                    </a:cubicBezTo>
                    <a:cubicBezTo>
                      <a:pt x="4489" y="6715"/>
                      <a:pt x="4394" y="6525"/>
                      <a:pt x="4239" y="6418"/>
                    </a:cubicBezTo>
                    <a:lnTo>
                      <a:pt x="4239" y="5942"/>
                    </a:lnTo>
                    <a:cubicBezTo>
                      <a:pt x="4239" y="5108"/>
                      <a:pt x="3620" y="4429"/>
                      <a:pt x="2810" y="4346"/>
                    </a:cubicBezTo>
                    <a:lnTo>
                      <a:pt x="2810" y="346"/>
                    </a:lnTo>
                    <a:close/>
                    <a:moveTo>
                      <a:pt x="2679" y="0"/>
                    </a:moveTo>
                    <a:cubicBezTo>
                      <a:pt x="2572" y="0"/>
                      <a:pt x="2500" y="72"/>
                      <a:pt x="2500" y="179"/>
                    </a:cubicBezTo>
                    <a:lnTo>
                      <a:pt x="2500" y="4358"/>
                    </a:lnTo>
                    <a:cubicBezTo>
                      <a:pt x="1643" y="4394"/>
                      <a:pt x="953" y="5108"/>
                      <a:pt x="953" y="5965"/>
                    </a:cubicBezTo>
                    <a:lnTo>
                      <a:pt x="953" y="6442"/>
                    </a:lnTo>
                    <a:cubicBezTo>
                      <a:pt x="786" y="6561"/>
                      <a:pt x="691" y="6739"/>
                      <a:pt x="691" y="6954"/>
                    </a:cubicBezTo>
                    <a:cubicBezTo>
                      <a:pt x="691" y="7299"/>
                      <a:pt x="965" y="7597"/>
                      <a:pt x="1322" y="7597"/>
                    </a:cubicBezTo>
                    <a:cubicBezTo>
                      <a:pt x="1417" y="7918"/>
                      <a:pt x="1643" y="8192"/>
                      <a:pt x="1917" y="8335"/>
                    </a:cubicBezTo>
                    <a:lnTo>
                      <a:pt x="1917" y="8561"/>
                    </a:lnTo>
                    <a:lnTo>
                      <a:pt x="845" y="8978"/>
                    </a:lnTo>
                    <a:cubicBezTo>
                      <a:pt x="548" y="9085"/>
                      <a:pt x="0" y="9478"/>
                      <a:pt x="0" y="10287"/>
                    </a:cubicBezTo>
                    <a:lnTo>
                      <a:pt x="0" y="11180"/>
                    </a:lnTo>
                    <a:cubicBezTo>
                      <a:pt x="0" y="11287"/>
                      <a:pt x="72" y="11359"/>
                      <a:pt x="179" y="11359"/>
                    </a:cubicBezTo>
                    <a:lnTo>
                      <a:pt x="965" y="11359"/>
                    </a:lnTo>
                    <a:cubicBezTo>
                      <a:pt x="1072" y="11359"/>
                      <a:pt x="1143" y="11287"/>
                      <a:pt x="1143" y="11180"/>
                    </a:cubicBezTo>
                    <a:cubicBezTo>
                      <a:pt x="1143" y="11073"/>
                      <a:pt x="1072" y="11002"/>
                      <a:pt x="965" y="11002"/>
                    </a:cubicBezTo>
                    <a:lnTo>
                      <a:pt x="357" y="11002"/>
                    </a:lnTo>
                    <a:lnTo>
                      <a:pt x="357" y="10263"/>
                    </a:lnTo>
                    <a:cubicBezTo>
                      <a:pt x="357" y="9513"/>
                      <a:pt x="941" y="9287"/>
                      <a:pt x="965" y="9287"/>
                    </a:cubicBezTo>
                    <a:lnTo>
                      <a:pt x="988" y="9287"/>
                    </a:lnTo>
                    <a:lnTo>
                      <a:pt x="1965" y="8906"/>
                    </a:lnTo>
                    <a:lnTo>
                      <a:pt x="1977" y="8918"/>
                    </a:lnTo>
                    <a:lnTo>
                      <a:pt x="2500" y="9430"/>
                    </a:lnTo>
                    <a:cubicBezTo>
                      <a:pt x="2536" y="9454"/>
                      <a:pt x="2572" y="9466"/>
                      <a:pt x="2619" y="9466"/>
                    </a:cubicBezTo>
                    <a:cubicBezTo>
                      <a:pt x="2667" y="9466"/>
                      <a:pt x="2715" y="9454"/>
                      <a:pt x="2739" y="9406"/>
                    </a:cubicBezTo>
                    <a:lnTo>
                      <a:pt x="3251" y="8894"/>
                    </a:lnTo>
                    <a:lnTo>
                      <a:pt x="4227" y="9275"/>
                    </a:lnTo>
                    <a:lnTo>
                      <a:pt x="4239" y="9275"/>
                    </a:lnTo>
                    <a:cubicBezTo>
                      <a:pt x="4239" y="9275"/>
                      <a:pt x="4858" y="9490"/>
                      <a:pt x="4858" y="10240"/>
                    </a:cubicBezTo>
                    <a:lnTo>
                      <a:pt x="4858" y="10954"/>
                    </a:lnTo>
                    <a:lnTo>
                      <a:pt x="1607" y="10954"/>
                    </a:lnTo>
                    <a:cubicBezTo>
                      <a:pt x="1500" y="10954"/>
                      <a:pt x="1429" y="11037"/>
                      <a:pt x="1429" y="11133"/>
                    </a:cubicBezTo>
                    <a:cubicBezTo>
                      <a:pt x="1429" y="11240"/>
                      <a:pt x="1500" y="11311"/>
                      <a:pt x="1607" y="11311"/>
                    </a:cubicBezTo>
                    <a:lnTo>
                      <a:pt x="11168" y="11311"/>
                    </a:lnTo>
                    <a:cubicBezTo>
                      <a:pt x="11263" y="11311"/>
                      <a:pt x="11347" y="11240"/>
                      <a:pt x="11347" y="11133"/>
                    </a:cubicBezTo>
                    <a:lnTo>
                      <a:pt x="11311" y="2536"/>
                    </a:lnTo>
                    <a:lnTo>
                      <a:pt x="11311" y="2501"/>
                    </a:lnTo>
                    <a:lnTo>
                      <a:pt x="11311" y="2489"/>
                    </a:lnTo>
                    <a:cubicBezTo>
                      <a:pt x="11311" y="2489"/>
                      <a:pt x="11311" y="2477"/>
                      <a:pt x="11299" y="2477"/>
                    </a:cubicBezTo>
                    <a:lnTo>
                      <a:pt x="11287" y="2465"/>
                    </a:lnTo>
                    <a:lnTo>
                      <a:pt x="11263" y="2441"/>
                    </a:lnTo>
                    <a:lnTo>
                      <a:pt x="9882" y="1060"/>
                    </a:lnTo>
                    <a:lnTo>
                      <a:pt x="8870" y="48"/>
                    </a:lnTo>
                    <a:lnTo>
                      <a:pt x="8858" y="36"/>
                    </a:lnTo>
                    <a:lnTo>
                      <a:pt x="8846" y="12"/>
                    </a:lnTo>
                    <a:cubicBezTo>
                      <a:pt x="8846" y="12"/>
                      <a:pt x="8823" y="12"/>
                      <a:pt x="88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0" name="Google Shape;10457;p64">
                <a:extLst>
                  <a:ext uri="{FF2B5EF4-FFF2-40B4-BE49-F238E27FC236}">
                    <a16:creationId xmlns:a16="http://schemas.microsoft.com/office/drawing/2014/main" id="{022B3E43-86B5-98B6-4F9F-91E60824FA88}"/>
                  </a:ext>
                </a:extLst>
              </p:cNvPr>
              <p:cNvSpPr/>
              <p:nvPr/>
            </p:nvSpPr>
            <p:spPr>
              <a:xfrm>
                <a:off x="7685907" y="2066784"/>
                <a:ext cx="101211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358" extrusionOk="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3001" y="358"/>
                    </a:lnTo>
                    <a:cubicBezTo>
                      <a:pt x="3108" y="358"/>
                      <a:pt x="3180" y="286"/>
                      <a:pt x="3180" y="179"/>
                    </a:cubicBezTo>
                    <a:cubicBezTo>
                      <a:pt x="3180" y="84"/>
                      <a:pt x="3108" y="0"/>
                      <a:pt x="30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1" name="Google Shape;10458;p64">
                <a:extLst>
                  <a:ext uri="{FF2B5EF4-FFF2-40B4-BE49-F238E27FC236}">
                    <a16:creationId xmlns:a16="http://schemas.microsoft.com/office/drawing/2014/main" id="{227CE669-880B-ED33-AEE1-DD2C7E928760}"/>
                  </a:ext>
                </a:extLst>
              </p:cNvPr>
              <p:cNvSpPr/>
              <p:nvPr/>
            </p:nvSpPr>
            <p:spPr>
              <a:xfrm>
                <a:off x="7685907" y="2106187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72"/>
                      <a:pt x="4549" y="1"/>
                      <a:pt x="4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Google Shape;10459;p64">
                <a:extLst>
                  <a:ext uri="{FF2B5EF4-FFF2-40B4-BE49-F238E27FC236}">
                    <a16:creationId xmlns:a16="http://schemas.microsoft.com/office/drawing/2014/main" id="{07ACC288-46AB-8E71-5E04-0401B19BA001}"/>
                  </a:ext>
                </a:extLst>
              </p:cNvPr>
              <p:cNvSpPr/>
              <p:nvPr/>
            </p:nvSpPr>
            <p:spPr>
              <a:xfrm>
                <a:off x="7685907" y="2145239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74"/>
                      <a:pt x="72" y="357"/>
                      <a:pt x="179" y="357"/>
                    </a:cubicBezTo>
                    <a:lnTo>
                      <a:pt x="4442" y="357"/>
                    </a:lnTo>
                    <a:cubicBezTo>
                      <a:pt x="4549" y="357"/>
                      <a:pt x="4620" y="274"/>
                      <a:pt x="4620" y="179"/>
                    </a:cubicBezTo>
                    <a:cubicBezTo>
                      <a:pt x="4620" y="83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Google Shape;10460;p64">
                <a:extLst>
                  <a:ext uri="{FF2B5EF4-FFF2-40B4-BE49-F238E27FC236}">
                    <a16:creationId xmlns:a16="http://schemas.microsoft.com/office/drawing/2014/main" id="{C2561CAB-69E7-A348-B213-3CA782332CEE}"/>
                  </a:ext>
                </a:extLst>
              </p:cNvPr>
              <p:cNvSpPr/>
              <p:nvPr/>
            </p:nvSpPr>
            <p:spPr>
              <a:xfrm>
                <a:off x="7685907" y="2184260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4" name="Google Shape;10461;p64">
                <a:extLst>
                  <a:ext uri="{FF2B5EF4-FFF2-40B4-BE49-F238E27FC236}">
                    <a16:creationId xmlns:a16="http://schemas.microsoft.com/office/drawing/2014/main" id="{03871D52-0C7D-8838-45F2-6FBDB4AEA743}"/>
                  </a:ext>
                </a:extLst>
              </p:cNvPr>
              <p:cNvSpPr/>
              <p:nvPr/>
            </p:nvSpPr>
            <p:spPr>
              <a:xfrm>
                <a:off x="7685907" y="2223280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1"/>
                      <a:pt x="4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9" name="Google Shape;986;p30">
              <a:extLst>
                <a:ext uri="{FF2B5EF4-FFF2-40B4-BE49-F238E27FC236}">
                  <a16:creationId xmlns:a16="http://schemas.microsoft.com/office/drawing/2014/main" id="{0EA26BFA-7865-04C7-ED15-DC30F3473F8A}"/>
                </a:ext>
              </a:extLst>
            </p:cNvPr>
            <p:cNvSpPr txBox="1">
              <a:spLocks/>
            </p:cNvSpPr>
            <p:nvPr/>
          </p:nvSpPr>
          <p:spPr>
            <a:xfrm>
              <a:off x="3265204" y="3695435"/>
              <a:ext cx="660334" cy="232666"/>
            </a:xfrm>
            <a:prstGeom prst="rect">
              <a:avLst/>
            </a:prstGeom>
          </p:spPr>
          <p:txBody>
            <a:bodyPr spcFirstLastPara="1" wrap="square" lIns="91425" tIns="0" rIns="91425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fr-FR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Client</a:t>
              </a:r>
            </a:p>
          </p:txBody>
        </p:sp>
      </p:grpSp>
      <p:sp>
        <p:nvSpPr>
          <p:cNvPr id="40" name="Google Shape;986;p30">
            <a:extLst>
              <a:ext uri="{FF2B5EF4-FFF2-40B4-BE49-F238E27FC236}">
                <a16:creationId xmlns:a16="http://schemas.microsoft.com/office/drawing/2014/main" id="{2FC4A6D8-E82F-F720-7492-2C455153DE6D}"/>
              </a:ext>
            </a:extLst>
          </p:cNvPr>
          <p:cNvSpPr txBox="1">
            <a:spLocks/>
          </p:cNvSpPr>
          <p:nvPr/>
        </p:nvSpPr>
        <p:spPr>
          <a:xfrm>
            <a:off x="4284439" y="3695435"/>
            <a:ext cx="660334" cy="23266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Client</a:t>
            </a:r>
          </a:p>
        </p:txBody>
      </p:sp>
      <p:sp>
        <p:nvSpPr>
          <p:cNvPr id="41" name="Google Shape;986;p30">
            <a:extLst>
              <a:ext uri="{FF2B5EF4-FFF2-40B4-BE49-F238E27FC236}">
                <a16:creationId xmlns:a16="http://schemas.microsoft.com/office/drawing/2014/main" id="{63430E94-1A3A-5191-8B1E-9D1C828AA336}"/>
              </a:ext>
            </a:extLst>
          </p:cNvPr>
          <p:cNvSpPr txBox="1">
            <a:spLocks/>
          </p:cNvSpPr>
          <p:nvPr/>
        </p:nvSpPr>
        <p:spPr>
          <a:xfrm>
            <a:off x="5299705" y="3691016"/>
            <a:ext cx="660334" cy="232666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0096475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e 41">
            <a:extLst>
              <a:ext uri="{FF2B5EF4-FFF2-40B4-BE49-F238E27FC236}">
                <a16:creationId xmlns:a16="http://schemas.microsoft.com/office/drawing/2014/main" id="{C850648F-28E5-B321-0825-649119887263}"/>
              </a:ext>
            </a:extLst>
          </p:cNvPr>
          <p:cNvGrpSpPr/>
          <p:nvPr/>
        </p:nvGrpSpPr>
        <p:grpSpPr>
          <a:xfrm>
            <a:off x="1972592" y="2037854"/>
            <a:ext cx="898087" cy="1163605"/>
            <a:chOff x="3265204" y="3086790"/>
            <a:chExt cx="660334" cy="841311"/>
          </a:xfrm>
        </p:grpSpPr>
        <p:grpSp>
          <p:nvGrpSpPr>
            <p:cNvPr id="28" name="Google Shape;10455;p64">
              <a:extLst>
                <a:ext uri="{FF2B5EF4-FFF2-40B4-BE49-F238E27FC236}">
                  <a16:creationId xmlns:a16="http://schemas.microsoft.com/office/drawing/2014/main" id="{CE7368D6-AB33-D858-936D-DA895E89193B}"/>
                </a:ext>
              </a:extLst>
            </p:cNvPr>
            <p:cNvGrpSpPr/>
            <p:nvPr/>
          </p:nvGrpSpPr>
          <p:grpSpPr>
            <a:xfrm>
              <a:off x="3298946" y="3086790"/>
              <a:ext cx="541721" cy="565437"/>
              <a:chOff x="7538896" y="1970156"/>
              <a:chExt cx="361147" cy="361529"/>
            </a:xfrm>
          </p:grpSpPr>
          <p:sp>
            <p:nvSpPr>
              <p:cNvPr id="29" name="Google Shape;10456;p64">
                <a:extLst>
                  <a:ext uri="{FF2B5EF4-FFF2-40B4-BE49-F238E27FC236}">
                    <a16:creationId xmlns:a16="http://schemas.microsoft.com/office/drawing/2014/main" id="{4BD47F26-948B-C6EA-BD7C-35C47AA886A5}"/>
                  </a:ext>
                </a:extLst>
              </p:cNvPr>
              <p:cNvSpPr/>
              <p:nvPr/>
            </p:nvSpPr>
            <p:spPr>
              <a:xfrm>
                <a:off x="7538896" y="1970156"/>
                <a:ext cx="361147" cy="361529"/>
              </a:xfrm>
              <a:custGeom>
                <a:avLst/>
                <a:gdLst/>
                <a:ahLst/>
                <a:cxnLst/>
                <a:rect l="l" t="t" r="r" b="b"/>
                <a:pathLst>
                  <a:path w="11347" h="11359" extrusionOk="0">
                    <a:moveTo>
                      <a:pt x="8918" y="584"/>
                    </a:moveTo>
                    <a:lnTo>
                      <a:pt x="9477" y="1155"/>
                    </a:lnTo>
                    <a:lnTo>
                      <a:pt x="9632" y="1298"/>
                    </a:lnTo>
                    <a:lnTo>
                      <a:pt x="10239" y="1905"/>
                    </a:lnTo>
                    <a:lnTo>
                      <a:pt x="10704" y="2370"/>
                    </a:lnTo>
                    <a:lnTo>
                      <a:pt x="8918" y="2370"/>
                    </a:lnTo>
                    <a:lnTo>
                      <a:pt x="8918" y="584"/>
                    </a:lnTo>
                    <a:close/>
                    <a:moveTo>
                      <a:pt x="2631" y="4644"/>
                    </a:moveTo>
                    <a:cubicBezTo>
                      <a:pt x="3322" y="4644"/>
                      <a:pt x="3882" y="5215"/>
                      <a:pt x="3882" y="5894"/>
                    </a:cubicBezTo>
                    <a:lnTo>
                      <a:pt x="3882" y="6192"/>
                    </a:lnTo>
                    <a:lnTo>
                      <a:pt x="3810" y="6192"/>
                    </a:lnTo>
                    <a:cubicBezTo>
                      <a:pt x="3429" y="6108"/>
                      <a:pt x="3310" y="5596"/>
                      <a:pt x="3286" y="5596"/>
                    </a:cubicBezTo>
                    <a:cubicBezTo>
                      <a:pt x="3274" y="5525"/>
                      <a:pt x="3215" y="5477"/>
                      <a:pt x="3155" y="5465"/>
                    </a:cubicBezTo>
                    <a:cubicBezTo>
                      <a:pt x="3143" y="5463"/>
                      <a:pt x="3132" y="5462"/>
                      <a:pt x="3121" y="5462"/>
                    </a:cubicBezTo>
                    <a:cubicBezTo>
                      <a:pt x="3064" y="5462"/>
                      <a:pt x="3016" y="5487"/>
                      <a:pt x="2977" y="5537"/>
                    </a:cubicBezTo>
                    <a:cubicBezTo>
                      <a:pt x="2477" y="6156"/>
                      <a:pt x="1429" y="6156"/>
                      <a:pt x="1417" y="6156"/>
                    </a:cubicBezTo>
                    <a:lnTo>
                      <a:pt x="1298" y="6156"/>
                    </a:lnTo>
                    <a:lnTo>
                      <a:pt x="1286" y="6168"/>
                    </a:lnTo>
                    <a:lnTo>
                      <a:pt x="1262" y="6180"/>
                    </a:lnTo>
                    <a:lnTo>
                      <a:pt x="1262" y="5894"/>
                    </a:lnTo>
                    <a:cubicBezTo>
                      <a:pt x="1262" y="5215"/>
                      <a:pt x="1834" y="4644"/>
                      <a:pt x="2512" y="4644"/>
                    </a:cubicBezTo>
                    <a:close/>
                    <a:moveTo>
                      <a:pt x="1238" y="6644"/>
                    </a:moveTo>
                    <a:lnTo>
                      <a:pt x="1238" y="7192"/>
                    </a:lnTo>
                    <a:cubicBezTo>
                      <a:pt x="1107" y="7180"/>
                      <a:pt x="1000" y="7061"/>
                      <a:pt x="1000" y="6930"/>
                    </a:cubicBezTo>
                    <a:cubicBezTo>
                      <a:pt x="1000" y="6846"/>
                      <a:pt x="1024" y="6775"/>
                      <a:pt x="1084" y="6715"/>
                    </a:cubicBezTo>
                    <a:cubicBezTo>
                      <a:pt x="1143" y="6715"/>
                      <a:pt x="1191" y="6692"/>
                      <a:pt x="1226" y="6644"/>
                    </a:cubicBezTo>
                    <a:close/>
                    <a:moveTo>
                      <a:pt x="3929" y="6656"/>
                    </a:moveTo>
                    <a:cubicBezTo>
                      <a:pt x="3965" y="6680"/>
                      <a:pt x="4001" y="6715"/>
                      <a:pt x="4048" y="6715"/>
                    </a:cubicBezTo>
                    <a:cubicBezTo>
                      <a:pt x="4108" y="6763"/>
                      <a:pt x="4132" y="6835"/>
                      <a:pt x="4132" y="6918"/>
                    </a:cubicBezTo>
                    <a:cubicBezTo>
                      <a:pt x="4155" y="7061"/>
                      <a:pt x="4048" y="7180"/>
                      <a:pt x="3917" y="7192"/>
                    </a:cubicBezTo>
                    <a:lnTo>
                      <a:pt x="3917" y="6656"/>
                    </a:lnTo>
                    <a:close/>
                    <a:moveTo>
                      <a:pt x="3036" y="5942"/>
                    </a:moveTo>
                    <a:cubicBezTo>
                      <a:pt x="3120" y="6132"/>
                      <a:pt x="3286" y="6358"/>
                      <a:pt x="3572" y="6465"/>
                    </a:cubicBezTo>
                    <a:lnTo>
                      <a:pt x="3572" y="7227"/>
                    </a:lnTo>
                    <a:cubicBezTo>
                      <a:pt x="3560" y="7704"/>
                      <a:pt x="3167" y="8085"/>
                      <a:pt x="2691" y="8085"/>
                    </a:cubicBezTo>
                    <a:lnTo>
                      <a:pt x="2477" y="8085"/>
                    </a:lnTo>
                    <a:cubicBezTo>
                      <a:pt x="2000" y="8085"/>
                      <a:pt x="1607" y="7692"/>
                      <a:pt x="1607" y="7227"/>
                    </a:cubicBezTo>
                    <a:lnTo>
                      <a:pt x="1607" y="6501"/>
                    </a:lnTo>
                    <a:cubicBezTo>
                      <a:pt x="1917" y="6477"/>
                      <a:pt x="2572" y="6370"/>
                      <a:pt x="3036" y="5942"/>
                    </a:cubicBezTo>
                    <a:close/>
                    <a:moveTo>
                      <a:pt x="2917" y="8418"/>
                    </a:moveTo>
                    <a:lnTo>
                      <a:pt x="2917" y="8656"/>
                    </a:lnTo>
                    <a:lnTo>
                      <a:pt x="2917" y="8668"/>
                    </a:lnTo>
                    <a:lnTo>
                      <a:pt x="2572" y="9025"/>
                    </a:lnTo>
                    <a:lnTo>
                      <a:pt x="2250" y="8692"/>
                    </a:lnTo>
                    <a:lnTo>
                      <a:pt x="2250" y="8418"/>
                    </a:lnTo>
                    <a:cubicBezTo>
                      <a:pt x="2322" y="8430"/>
                      <a:pt x="2393" y="8430"/>
                      <a:pt x="2477" y="8430"/>
                    </a:cubicBezTo>
                    <a:lnTo>
                      <a:pt x="2691" y="8430"/>
                    </a:lnTo>
                    <a:cubicBezTo>
                      <a:pt x="2774" y="8430"/>
                      <a:pt x="2846" y="8418"/>
                      <a:pt x="2917" y="8418"/>
                    </a:cubicBezTo>
                    <a:close/>
                    <a:moveTo>
                      <a:pt x="8561" y="346"/>
                    </a:moveTo>
                    <a:lnTo>
                      <a:pt x="8561" y="2560"/>
                    </a:lnTo>
                    <a:cubicBezTo>
                      <a:pt x="8561" y="2667"/>
                      <a:pt x="8632" y="2739"/>
                      <a:pt x="8739" y="2739"/>
                    </a:cubicBezTo>
                    <a:lnTo>
                      <a:pt x="10954" y="2739"/>
                    </a:lnTo>
                    <a:lnTo>
                      <a:pt x="10954" y="10954"/>
                    </a:lnTo>
                    <a:lnTo>
                      <a:pt x="5167" y="10954"/>
                    </a:lnTo>
                    <a:lnTo>
                      <a:pt x="5167" y="10263"/>
                    </a:lnTo>
                    <a:cubicBezTo>
                      <a:pt x="5167" y="9454"/>
                      <a:pt x="4608" y="9049"/>
                      <a:pt x="4310" y="8954"/>
                    </a:cubicBezTo>
                    <a:lnTo>
                      <a:pt x="3274" y="8537"/>
                    </a:lnTo>
                    <a:lnTo>
                      <a:pt x="3274" y="8311"/>
                    </a:lnTo>
                    <a:cubicBezTo>
                      <a:pt x="3560" y="8156"/>
                      <a:pt x="3786" y="7894"/>
                      <a:pt x="3870" y="7561"/>
                    </a:cubicBezTo>
                    <a:cubicBezTo>
                      <a:pt x="4215" y="7561"/>
                      <a:pt x="4489" y="7287"/>
                      <a:pt x="4489" y="6930"/>
                    </a:cubicBezTo>
                    <a:cubicBezTo>
                      <a:pt x="4489" y="6715"/>
                      <a:pt x="4394" y="6525"/>
                      <a:pt x="4239" y="6418"/>
                    </a:cubicBezTo>
                    <a:lnTo>
                      <a:pt x="4239" y="5942"/>
                    </a:lnTo>
                    <a:cubicBezTo>
                      <a:pt x="4239" y="5108"/>
                      <a:pt x="3620" y="4429"/>
                      <a:pt x="2810" y="4346"/>
                    </a:cubicBezTo>
                    <a:lnTo>
                      <a:pt x="2810" y="346"/>
                    </a:lnTo>
                    <a:close/>
                    <a:moveTo>
                      <a:pt x="2679" y="0"/>
                    </a:moveTo>
                    <a:cubicBezTo>
                      <a:pt x="2572" y="0"/>
                      <a:pt x="2500" y="72"/>
                      <a:pt x="2500" y="179"/>
                    </a:cubicBezTo>
                    <a:lnTo>
                      <a:pt x="2500" y="4358"/>
                    </a:lnTo>
                    <a:cubicBezTo>
                      <a:pt x="1643" y="4394"/>
                      <a:pt x="953" y="5108"/>
                      <a:pt x="953" y="5965"/>
                    </a:cubicBezTo>
                    <a:lnTo>
                      <a:pt x="953" y="6442"/>
                    </a:lnTo>
                    <a:cubicBezTo>
                      <a:pt x="786" y="6561"/>
                      <a:pt x="691" y="6739"/>
                      <a:pt x="691" y="6954"/>
                    </a:cubicBezTo>
                    <a:cubicBezTo>
                      <a:pt x="691" y="7299"/>
                      <a:pt x="965" y="7597"/>
                      <a:pt x="1322" y="7597"/>
                    </a:cubicBezTo>
                    <a:cubicBezTo>
                      <a:pt x="1417" y="7918"/>
                      <a:pt x="1643" y="8192"/>
                      <a:pt x="1917" y="8335"/>
                    </a:cubicBezTo>
                    <a:lnTo>
                      <a:pt x="1917" y="8561"/>
                    </a:lnTo>
                    <a:lnTo>
                      <a:pt x="845" y="8978"/>
                    </a:lnTo>
                    <a:cubicBezTo>
                      <a:pt x="548" y="9085"/>
                      <a:pt x="0" y="9478"/>
                      <a:pt x="0" y="10287"/>
                    </a:cubicBezTo>
                    <a:lnTo>
                      <a:pt x="0" y="11180"/>
                    </a:lnTo>
                    <a:cubicBezTo>
                      <a:pt x="0" y="11287"/>
                      <a:pt x="72" y="11359"/>
                      <a:pt x="179" y="11359"/>
                    </a:cubicBezTo>
                    <a:lnTo>
                      <a:pt x="965" y="11359"/>
                    </a:lnTo>
                    <a:cubicBezTo>
                      <a:pt x="1072" y="11359"/>
                      <a:pt x="1143" y="11287"/>
                      <a:pt x="1143" y="11180"/>
                    </a:cubicBezTo>
                    <a:cubicBezTo>
                      <a:pt x="1143" y="11073"/>
                      <a:pt x="1072" y="11002"/>
                      <a:pt x="965" y="11002"/>
                    </a:cubicBezTo>
                    <a:lnTo>
                      <a:pt x="357" y="11002"/>
                    </a:lnTo>
                    <a:lnTo>
                      <a:pt x="357" y="10263"/>
                    </a:lnTo>
                    <a:cubicBezTo>
                      <a:pt x="357" y="9513"/>
                      <a:pt x="941" y="9287"/>
                      <a:pt x="965" y="9287"/>
                    </a:cubicBezTo>
                    <a:lnTo>
                      <a:pt x="988" y="9287"/>
                    </a:lnTo>
                    <a:lnTo>
                      <a:pt x="1965" y="8906"/>
                    </a:lnTo>
                    <a:lnTo>
                      <a:pt x="1977" y="8918"/>
                    </a:lnTo>
                    <a:lnTo>
                      <a:pt x="2500" y="9430"/>
                    </a:lnTo>
                    <a:cubicBezTo>
                      <a:pt x="2536" y="9454"/>
                      <a:pt x="2572" y="9466"/>
                      <a:pt x="2619" y="9466"/>
                    </a:cubicBezTo>
                    <a:cubicBezTo>
                      <a:pt x="2667" y="9466"/>
                      <a:pt x="2715" y="9454"/>
                      <a:pt x="2739" y="9406"/>
                    </a:cubicBezTo>
                    <a:lnTo>
                      <a:pt x="3251" y="8894"/>
                    </a:lnTo>
                    <a:lnTo>
                      <a:pt x="4227" y="9275"/>
                    </a:lnTo>
                    <a:lnTo>
                      <a:pt x="4239" y="9275"/>
                    </a:lnTo>
                    <a:cubicBezTo>
                      <a:pt x="4239" y="9275"/>
                      <a:pt x="4858" y="9490"/>
                      <a:pt x="4858" y="10240"/>
                    </a:cubicBezTo>
                    <a:lnTo>
                      <a:pt x="4858" y="10954"/>
                    </a:lnTo>
                    <a:lnTo>
                      <a:pt x="1607" y="10954"/>
                    </a:lnTo>
                    <a:cubicBezTo>
                      <a:pt x="1500" y="10954"/>
                      <a:pt x="1429" y="11037"/>
                      <a:pt x="1429" y="11133"/>
                    </a:cubicBezTo>
                    <a:cubicBezTo>
                      <a:pt x="1429" y="11240"/>
                      <a:pt x="1500" y="11311"/>
                      <a:pt x="1607" y="11311"/>
                    </a:cubicBezTo>
                    <a:lnTo>
                      <a:pt x="11168" y="11311"/>
                    </a:lnTo>
                    <a:cubicBezTo>
                      <a:pt x="11263" y="11311"/>
                      <a:pt x="11347" y="11240"/>
                      <a:pt x="11347" y="11133"/>
                    </a:cubicBezTo>
                    <a:lnTo>
                      <a:pt x="11311" y="2536"/>
                    </a:lnTo>
                    <a:lnTo>
                      <a:pt x="11311" y="2501"/>
                    </a:lnTo>
                    <a:lnTo>
                      <a:pt x="11311" y="2489"/>
                    </a:lnTo>
                    <a:cubicBezTo>
                      <a:pt x="11311" y="2489"/>
                      <a:pt x="11311" y="2477"/>
                      <a:pt x="11299" y="2477"/>
                    </a:cubicBezTo>
                    <a:lnTo>
                      <a:pt x="11287" y="2465"/>
                    </a:lnTo>
                    <a:lnTo>
                      <a:pt x="11263" y="2441"/>
                    </a:lnTo>
                    <a:lnTo>
                      <a:pt x="9882" y="1060"/>
                    </a:lnTo>
                    <a:lnTo>
                      <a:pt x="8870" y="48"/>
                    </a:lnTo>
                    <a:lnTo>
                      <a:pt x="8858" y="36"/>
                    </a:lnTo>
                    <a:lnTo>
                      <a:pt x="8846" y="12"/>
                    </a:lnTo>
                    <a:cubicBezTo>
                      <a:pt x="8846" y="12"/>
                      <a:pt x="8823" y="12"/>
                      <a:pt x="882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0" name="Google Shape;10457;p64">
                <a:extLst>
                  <a:ext uri="{FF2B5EF4-FFF2-40B4-BE49-F238E27FC236}">
                    <a16:creationId xmlns:a16="http://schemas.microsoft.com/office/drawing/2014/main" id="{022B3E43-86B5-98B6-4F9F-91E60824FA88}"/>
                  </a:ext>
                </a:extLst>
              </p:cNvPr>
              <p:cNvSpPr/>
              <p:nvPr/>
            </p:nvSpPr>
            <p:spPr>
              <a:xfrm>
                <a:off x="7685907" y="2066784"/>
                <a:ext cx="101211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3180" h="358" extrusionOk="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3001" y="358"/>
                    </a:lnTo>
                    <a:cubicBezTo>
                      <a:pt x="3108" y="358"/>
                      <a:pt x="3180" y="286"/>
                      <a:pt x="3180" y="179"/>
                    </a:cubicBezTo>
                    <a:cubicBezTo>
                      <a:pt x="3180" y="84"/>
                      <a:pt x="3108" y="0"/>
                      <a:pt x="30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1" name="Google Shape;10458;p64">
                <a:extLst>
                  <a:ext uri="{FF2B5EF4-FFF2-40B4-BE49-F238E27FC236}">
                    <a16:creationId xmlns:a16="http://schemas.microsoft.com/office/drawing/2014/main" id="{227CE669-880B-ED33-AEE1-DD2C7E928760}"/>
                  </a:ext>
                </a:extLst>
              </p:cNvPr>
              <p:cNvSpPr/>
              <p:nvPr/>
            </p:nvSpPr>
            <p:spPr>
              <a:xfrm>
                <a:off x="7685907" y="2106187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72"/>
                      <a:pt x="4549" y="1"/>
                      <a:pt x="4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2" name="Google Shape;10459;p64">
                <a:extLst>
                  <a:ext uri="{FF2B5EF4-FFF2-40B4-BE49-F238E27FC236}">
                    <a16:creationId xmlns:a16="http://schemas.microsoft.com/office/drawing/2014/main" id="{07ACC288-46AB-8E71-5E04-0401B19BA001}"/>
                  </a:ext>
                </a:extLst>
              </p:cNvPr>
              <p:cNvSpPr/>
              <p:nvPr/>
            </p:nvSpPr>
            <p:spPr>
              <a:xfrm>
                <a:off x="7685907" y="2145239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0"/>
                    </a:moveTo>
                    <a:cubicBezTo>
                      <a:pt x="72" y="0"/>
                      <a:pt x="1" y="71"/>
                      <a:pt x="1" y="179"/>
                    </a:cubicBezTo>
                    <a:cubicBezTo>
                      <a:pt x="1" y="274"/>
                      <a:pt x="72" y="357"/>
                      <a:pt x="179" y="357"/>
                    </a:cubicBezTo>
                    <a:lnTo>
                      <a:pt x="4442" y="357"/>
                    </a:lnTo>
                    <a:cubicBezTo>
                      <a:pt x="4549" y="357"/>
                      <a:pt x="4620" y="274"/>
                      <a:pt x="4620" y="179"/>
                    </a:cubicBezTo>
                    <a:cubicBezTo>
                      <a:pt x="4620" y="83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3" name="Google Shape;10460;p64">
                <a:extLst>
                  <a:ext uri="{FF2B5EF4-FFF2-40B4-BE49-F238E27FC236}">
                    <a16:creationId xmlns:a16="http://schemas.microsoft.com/office/drawing/2014/main" id="{C2561CAB-69E7-A348-B213-3CA782332CEE}"/>
                  </a:ext>
                </a:extLst>
              </p:cNvPr>
              <p:cNvSpPr/>
              <p:nvPr/>
            </p:nvSpPr>
            <p:spPr>
              <a:xfrm>
                <a:off x="7685907" y="2184260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0"/>
                    </a:moveTo>
                    <a:cubicBezTo>
                      <a:pt x="72" y="0"/>
                      <a:pt x="1" y="84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0"/>
                      <a:pt x="44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4" name="Google Shape;10461;p64">
                <a:extLst>
                  <a:ext uri="{FF2B5EF4-FFF2-40B4-BE49-F238E27FC236}">
                    <a16:creationId xmlns:a16="http://schemas.microsoft.com/office/drawing/2014/main" id="{03871D52-0C7D-8838-45F2-6FBDB4AEA743}"/>
                  </a:ext>
                </a:extLst>
              </p:cNvPr>
              <p:cNvSpPr/>
              <p:nvPr/>
            </p:nvSpPr>
            <p:spPr>
              <a:xfrm>
                <a:off x="7685907" y="2223280"/>
                <a:ext cx="147075" cy="11394"/>
              </a:xfrm>
              <a:custGeom>
                <a:avLst/>
                <a:gdLst/>
                <a:ahLst/>
                <a:cxnLst/>
                <a:rect l="l" t="t" r="r" b="b"/>
                <a:pathLst>
                  <a:path w="4621" h="358" extrusionOk="0">
                    <a:moveTo>
                      <a:pt x="179" y="1"/>
                    </a:moveTo>
                    <a:cubicBezTo>
                      <a:pt x="72" y="1"/>
                      <a:pt x="1" y="72"/>
                      <a:pt x="1" y="179"/>
                    </a:cubicBezTo>
                    <a:cubicBezTo>
                      <a:pt x="1" y="286"/>
                      <a:pt x="72" y="358"/>
                      <a:pt x="179" y="358"/>
                    </a:cubicBezTo>
                    <a:lnTo>
                      <a:pt x="4442" y="358"/>
                    </a:lnTo>
                    <a:cubicBezTo>
                      <a:pt x="4549" y="358"/>
                      <a:pt x="4620" y="286"/>
                      <a:pt x="4620" y="179"/>
                    </a:cubicBezTo>
                    <a:cubicBezTo>
                      <a:pt x="4620" y="84"/>
                      <a:pt x="4537" y="1"/>
                      <a:pt x="444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9" name="Google Shape;986;p30">
              <a:extLst>
                <a:ext uri="{FF2B5EF4-FFF2-40B4-BE49-F238E27FC236}">
                  <a16:creationId xmlns:a16="http://schemas.microsoft.com/office/drawing/2014/main" id="{0EA26BFA-7865-04C7-ED15-DC30F3473F8A}"/>
                </a:ext>
              </a:extLst>
            </p:cNvPr>
            <p:cNvSpPr txBox="1">
              <a:spLocks/>
            </p:cNvSpPr>
            <p:nvPr/>
          </p:nvSpPr>
          <p:spPr>
            <a:xfrm>
              <a:off x="3265204" y="3695435"/>
              <a:ext cx="660334" cy="232666"/>
            </a:xfrm>
            <a:prstGeom prst="rect">
              <a:avLst/>
            </a:prstGeom>
          </p:spPr>
          <p:txBody>
            <a:bodyPr spcFirstLastPara="1" wrap="square" lIns="91425" tIns="0" rIns="91425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Client</a:t>
              </a:r>
            </a:p>
          </p:txBody>
        </p:sp>
      </p:grp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A623DFE5-7387-D178-F8DF-C8A49B753199}"/>
              </a:ext>
            </a:extLst>
          </p:cNvPr>
          <p:cNvCxnSpPr>
            <a:cxnSpLocks/>
          </p:cNvCxnSpPr>
          <p:nvPr/>
        </p:nvCxnSpPr>
        <p:spPr>
          <a:xfrm>
            <a:off x="2984198" y="2610051"/>
            <a:ext cx="2552889" cy="591408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9811F0DF-CB5C-050B-B9EA-1C74D326FBCC}"/>
              </a:ext>
            </a:extLst>
          </p:cNvPr>
          <p:cNvCxnSpPr>
            <a:cxnSpLocks/>
          </p:cNvCxnSpPr>
          <p:nvPr/>
        </p:nvCxnSpPr>
        <p:spPr>
          <a:xfrm flipV="1">
            <a:off x="3031372" y="1583943"/>
            <a:ext cx="2505715" cy="77281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37" name="Google Shape;9637;p62">
            <a:extLst>
              <a:ext uri="{FF2B5EF4-FFF2-40B4-BE49-F238E27FC236}">
                <a16:creationId xmlns:a16="http://schemas.microsoft.com/office/drawing/2014/main" id="{5D5989AC-4299-7ABA-AAE1-F04284B41764}"/>
              </a:ext>
            </a:extLst>
          </p:cNvPr>
          <p:cNvGrpSpPr/>
          <p:nvPr/>
        </p:nvGrpSpPr>
        <p:grpSpPr>
          <a:xfrm>
            <a:off x="5700190" y="1101437"/>
            <a:ext cx="968037" cy="939643"/>
            <a:chOff x="1408777" y="3680964"/>
            <a:chExt cx="357720" cy="355148"/>
          </a:xfrm>
          <a:solidFill>
            <a:srgbClr val="00B050"/>
          </a:solidFill>
        </p:grpSpPr>
        <p:sp>
          <p:nvSpPr>
            <p:cNvPr id="38" name="Google Shape;9638;p62">
              <a:extLst>
                <a:ext uri="{FF2B5EF4-FFF2-40B4-BE49-F238E27FC236}">
                  <a16:creationId xmlns:a16="http://schemas.microsoft.com/office/drawing/2014/main" id="{1E4DFA6D-FFF6-57DB-E3FA-6A5EE0E389F4}"/>
                </a:ext>
              </a:extLst>
            </p:cNvPr>
            <p:cNvSpPr/>
            <p:nvPr/>
          </p:nvSpPr>
          <p:spPr>
            <a:xfrm>
              <a:off x="1510488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41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63" y="262"/>
                    <a:pt x="763" y="167"/>
                  </a:cubicBezTo>
                  <a:cubicBezTo>
                    <a:pt x="763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9639;p62">
              <a:extLst>
                <a:ext uri="{FF2B5EF4-FFF2-40B4-BE49-F238E27FC236}">
                  <a16:creationId xmlns:a16="http://schemas.microsoft.com/office/drawing/2014/main" id="{8BA1CB35-0917-CF11-4A6F-D2823AA693EE}"/>
                </a:ext>
              </a:extLst>
            </p:cNvPr>
            <p:cNvSpPr/>
            <p:nvPr/>
          </p:nvSpPr>
          <p:spPr>
            <a:xfrm>
              <a:off x="1627315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62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62" y="1548"/>
                    <a:pt x="596" y="1548"/>
                  </a:cubicBezTo>
                  <a:cubicBezTo>
                    <a:pt x="917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08" y="524"/>
                    <a:pt x="1024" y="524"/>
                  </a:cubicBezTo>
                  <a:cubicBezTo>
                    <a:pt x="929" y="524"/>
                    <a:pt x="858" y="596"/>
                    <a:pt x="858" y="691"/>
                  </a:cubicBezTo>
                  <a:lnTo>
                    <a:pt x="858" y="953"/>
                  </a:lnTo>
                  <a:cubicBezTo>
                    <a:pt x="858" y="1108"/>
                    <a:pt x="739" y="1227"/>
                    <a:pt x="596" y="1227"/>
                  </a:cubicBezTo>
                  <a:cubicBezTo>
                    <a:pt x="441" y="1227"/>
                    <a:pt x="322" y="1108"/>
                    <a:pt x="322" y="953"/>
                  </a:cubicBezTo>
                  <a:lnTo>
                    <a:pt x="322" y="596"/>
                  </a:lnTo>
                  <a:cubicBezTo>
                    <a:pt x="322" y="453"/>
                    <a:pt x="441" y="334"/>
                    <a:pt x="596" y="334"/>
                  </a:cubicBezTo>
                  <a:cubicBezTo>
                    <a:pt x="679" y="334"/>
                    <a:pt x="751" y="262"/>
                    <a:pt x="751" y="167"/>
                  </a:cubicBezTo>
                  <a:cubicBezTo>
                    <a:pt x="751" y="84"/>
                    <a:pt x="679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640;p62">
              <a:extLst>
                <a:ext uri="{FF2B5EF4-FFF2-40B4-BE49-F238E27FC236}">
                  <a16:creationId xmlns:a16="http://schemas.microsoft.com/office/drawing/2014/main" id="{6DDDF852-575A-1939-462F-214A18488F29}"/>
                </a:ext>
              </a:extLst>
            </p:cNvPr>
            <p:cNvSpPr/>
            <p:nvPr/>
          </p:nvSpPr>
          <p:spPr>
            <a:xfrm>
              <a:off x="1525604" y="3908806"/>
              <a:ext cx="123305" cy="33152"/>
            </a:xfrm>
            <a:custGeom>
              <a:avLst/>
              <a:gdLst/>
              <a:ahLst/>
              <a:cxnLst/>
              <a:rect l="l" t="t" r="r" b="b"/>
              <a:pathLst>
                <a:path w="3883" h="1044" extrusionOk="0">
                  <a:moveTo>
                    <a:pt x="3714" y="0"/>
                  </a:moveTo>
                  <a:cubicBezTo>
                    <a:pt x="3669" y="0"/>
                    <a:pt x="3622" y="18"/>
                    <a:pt x="3585" y="55"/>
                  </a:cubicBezTo>
                  <a:cubicBezTo>
                    <a:pt x="3215" y="460"/>
                    <a:pt x="2596" y="710"/>
                    <a:pt x="1953" y="710"/>
                  </a:cubicBezTo>
                  <a:cubicBezTo>
                    <a:pt x="1299" y="710"/>
                    <a:pt x="679" y="472"/>
                    <a:pt x="310" y="55"/>
                  </a:cubicBezTo>
                  <a:cubicBezTo>
                    <a:pt x="278" y="23"/>
                    <a:pt x="231" y="4"/>
                    <a:pt x="183" y="4"/>
                  </a:cubicBezTo>
                  <a:cubicBezTo>
                    <a:pt x="144" y="4"/>
                    <a:pt x="104" y="17"/>
                    <a:pt x="72" y="43"/>
                  </a:cubicBezTo>
                  <a:cubicBezTo>
                    <a:pt x="13" y="103"/>
                    <a:pt x="1" y="210"/>
                    <a:pt x="60" y="282"/>
                  </a:cubicBezTo>
                  <a:cubicBezTo>
                    <a:pt x="489" y="758"/>
                    <a:pt x="1191" y="1044"/>
                    <a:pt x="1930" y="1044"/>
                  </a:cubicBezTo>
                  <a:cubicBezTo>
                    <a:pt x="2680" y="1044"/>
                    <a:pt x="3370" y="758"/>
                    <a:pt x="3811" y="282"/>
                  </a:cubicBezTo>
                  <a:cubicBezTo>
                    <a:pt x="3882" y="210"/>
                    <a:pt x="3882" y="103"/>
                    <a:pt x="3823" y="43"/>
                  </a:cubicBezTo>
                  <a:cubicBezTo>
                    <a:pt x="3794" y="15"/>
                    <a:pt x="3755" y="0"/>
                    <a:pt x="37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641;p62">
              <a:extLst>
                <a:ext uri="{FF2B5EF4-FFF2-40B4-BE49-F238E27FC236}">
                  <a16:creationId xmlns:a16="http://schemas.microsoft.com/office/drawing/2014/main" id="{C950D8D5-0125-345F-3826-48EA5BAEBEE4}"/>
                </a:ext>
              </a:extLst>
            </p:cNvPr>
            <p:cNvSpPr/>
            <p:nvPr/>
          </p:nvSpPr>
          <p:spPr>
            <a:xfrm>
              <a:off x="1408777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5" y="0"/>
                  </a:moveTo>
                  <a:cubicBezTo>
                    <a:pt x="5592" y="0"/>
                    <a:pt x="5529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7" y="2646"/>
                    <a:pt x="96" y="3992"/>
                    <a:pt x="48" y="5421"/>
                  </a:cubicBezTo>
                  <a:cubicBezTo>
                    <a:pt x="1" y="6849"/>
                    <a:pt x="489" y="8219"/>
                    <a:pt x="1429" y="9278"/>
                  </a:cubicBezTo>
                  <a:cubicBezTo>
                    <a:pt x="1465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54" y="325"/>
                  </a:cubicBezTo>
                  <a:cubicBezTo>
                    <a:pt x="5500" y="323"/>
                    <a:pt x="5547" y="323"/>
                    <a:pt x="5594" y="323"/>
                  </a:cubicBezTo>
                  <a:cubicBezTo>
                    <a:pt x="6878" y="323"/>
                    <a:pt x="8120" y="796"/>
                    <a:pt x="9085" y="1634"/>
                  </a:cubicBezTo>
                  <a:cubicBezTo>
                    <a:pt x="9119" y="1663"/>
                    <a:pt x="9162" y="1678"/>
                    <a:pt x="9203" y="1678"/>
                  </a:cubicBezTo>
                  <a:cubicBezTo>
                    <a:pt x="9248" y="1678"/>
                    <a:pt x="9292" y="1660"/>
                    <a:pt x="9323" y="1623"/>
                  </a:cubicBezTo>
                  <a:cubicBezTo>
                    <a:pt x="9395" y="1551"/>
                    <a:pt x="9395" y="1444"/>
                    <a:pt x="9323" y="1384"/>
                  </a:cubicBezTo>
                  <a:cubicBezTo>
                    <a:pt x="8300" y="486"/>
                    <a:pt x="7004" y="0"/>
                    <a:pt x="5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642;p62">
              <a:extLst>
                <a:ext uri="{FF2B5EF4-FFF2-40B4-BE49-F238E27FC236}">
                  <a16:creationId xmlns:a16="http://schemas.microsoft.com/office/drawing/2014/main" id="{4C96F0CE-E0F7-5F92-DDA4-D865C2BA7A66}"/>
                </a:ext>
              </a:extLst>
            </p:cNvPr>
            <p:cNvSpPr/>
            <p:nvPr/>
          </p:nvSpPr>
          <p:spPr>
            <a:xfrm>
              <a:off x="1468508" y="3739075"/>
              <a:ext cx="297989" cy="297036"/>
            </a:xfrm>
            <a:custGeom>
              <a:avLst/>
              <a:gdLst/>
              <a:ahLst/>
              <a:cxnLst/>
              <a:rect l="l" t="t" r="r" b="b"/>
              <a:pathLst>
                <a:path w="9384" h="9354" extrusionOk="0">
                  <a:moveTo>
                    <a:pt x="7834" y="1"/>
                  </a:moveTo>
                  <a:cubicBezTo>
                    <a:pt x="7795" y="1"/>
                    <a:pt x="7754" y="15"/>
                    <a:pt x="7716" y="43"/>
                  </a:cubicBezTo>
                  <a:cubicBezTo>
                    <a:pt x="7645" y="102"/>
                    <a:pt x="7645" y="209"/>
                    <a:pt x="7704" y="281"/>
                  </a:cubicBezTo>
                  <a:cubicBezTo>
                    <a:pt x="8585" y="1281"/>
                    <a:pt x="9062" y="2579"/>
                    <a:pt x="9014" y="3912"/>
                  </a:cubicBezTo>
                  <a:cubicBezTo>
                    <a:pt x="8966" y="5257"/>
                    <a:pt x="8431" y="6520"/>
                    <a:pt x="7478" y="7472"/>
                  </a:cubicBezTo>
                  <a:cubicBezTo>
                    <a:pt x="6526" y="8425"/>
                    <a:pt x="5263" y="8972"/>
                    <a:pt x="3918" y="9008"/>
                  </a:cubicBezTo>
                  <a:cubicBezTo>
                    <a:pt x="3870" y="9009"/>
                    <a:pt x="3823" y="9010"/>
                    <a:pt x="3775" y="9010"/>
                  </a:cubicBezTo>
                  <a:cubicBezTo>
                    <a:pt x="2492" y="9010"/>
                    <a:pt x="1251" y="8548"/>
                    <a:pt x="299" y="7698"/>
                  </a:cubicBezTo>
                  <a:cubicBezTo>
                    <a:pt x="259" y="7670"/>
                    <a:pt x="216" y="7655"/>
                    <a:pt x="175" y="7655"/>
                  </a:cubicBezTo>
                  <a:cubicBezTo>
                    <a:pt x="130" y="7655"/>
                    <a:pt x="86" y="7673"/>
                    <a:pt x="49" y="7710"/>
                  </a:cubicBezTo>
                  <a:cubicBezTo>
                    <a:pt x="1" y="7782"/>
                    <a:pt x="1" y="7889"/>
                    <a:pt x="72" y="7948"/>
                  </a:cubicBezTo>
                  <a:cubicBezTo>
                    <a:pt x="1096" y="8853"/>
                    <a:pt x="2394" y="9353"/>
                    <a:pt x="3763" y="9353"/>
                  </a:cubicBezTo>
                  <a:lnTo>
                    <a:pt x="3930" y="9353"/>
                  </a:lnTo>
                  <a:cubicBezTo>
                    <a:pt x="5359" y="9306"/>
                    <a:pt x="6692" y="8722"/>
                    <a:pt x="7704" y="7710"/>
                  </a:cubicBezTo>
                  <a:cubicBezTo>
                    <a:pt x="8716" y="6698"/>
                    <a:pt x="9300" y="5365"/>
                    <a:pt x="9347" y="3936"/>
                  </a:cubicBezTo>
                  <a:cubicBezTo>
                    <a:pt x="9383" y="2507"/>
                    <a:pt x="8895" y="1126"/>
                    <a:pt x="7954" y="66"/>
                  </a:cubicBezTo>
                  <a:cubicBezTo>
                    <a:pt x="7922" y="21"/>
                    <a:pt x="7879" y="1"/>
                    <a:pt x="783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9643;p62">
            <a:extLst>
              <a:ext uri="{FF2B5EF4-FFF2-40B4-BE49-F238E27FC236}">
                <a16:creationId xmlns:a16="http://schemas.microsoft.com/office/drawing/2014/main" id="{9D200CB9-32A0-C919-97CD-122F7A4AC70E}"/>
              </a:ext>
            </a:extLst>
          </p:cNvPr>
          <p:cNvGrpSpPr/>
          <p:nvPr/>
        </p:nvGrpSpPr>
        <p:grpSpPr>
          <a:xfrm>
            <a:off x="5700190" y="2748990"/>
            <a:ext cx="968037" cy="939641"/>
            <a:chOff x="1952836" y="3680964"/>
            <a:chExt cx="357720" cy="355148"/>
          </a:xfrm>
          <a:solidFill>
            <a:srgbClr val="C00000"/>
          </a:solidFill>
        </p:grpSpPr>
        <p:sp>
          <p:nvSpPr>
            <p:cNvPr id="48" name="Google Shape;9644;p62">
              <a:extLst>
                <a:ext uri="{FF2B5EF4-FFF2-40B4-BE49-F238E27FC236}">
                  <a16:creationId xmlns:a16="http://schemas.microsoft.com/office/drawing/2014/main" id="{0931B829-CD80-F6E9-A8BD-32995362EEE5}"/>
                </a:ext>
              </a:extLst>
            </p:cNvPr>
            <p:cNvSpPr/>
            <p:nvPr/>
          </p:nvSpPr>
          <p:spPr>
            <a:xfrm>
              <a:off x="2054166" y="3814144"/>
              <a:ext cx="38233" cy="49188"/>
            </a:xfrm>
            <a:custGeom>
              <a:avLst/>
              <a:gdLst/>
              <a:ahLst/>
              <a:cxnLst/>
              <a:rect l="l" t="t" r="r" b="b"/>
              <a:pathLst>
                <a:path w="1204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203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49" name="Google Shape;9645;p62">
              <a:extLst>
                <a:ext uri="{FF2B5EF4-FFF2-40B4-BE49-F238E27FC236}">
                  <a16:creationId xmlns:a16="http://schemas.microsoft.com/office/drawing/2014/main" id="{0676A7E9-6A05-67B6-57FF-6ACB67F56782}"/>
                </a:ext>
              </a:extLst>
            </p:cNvPr>
            <p:cNvSpPr/>
            <p:nvPr/>
          </p:nvSpPr>
          <p:spPr>
            <a:xfrm>
              <a:off x="2170992" y="3814144"/>
              <a:ext cx="37852" cy="49188"/>
            </a:xfrm>
            <a:custGeom>
              <a:avLst/>
              <a:gdLst/>
              <a:ahLst/>
              <a:cxnLst/>
              <a:rect l="l" t="t" r="r" b="b"/>
              <a:pathLst>
                <a:path w="1192" h="1549" extrusionOk="0">
                  <a:moveTo>
                    <a:pt x="596" y="0"/>
                  </a:moveTo>
                  <a:cubicBezTo>
                    <a:pt x="275" y="0"/>
                    <a:pt x="1" y="274"/>
                    <a:pt x="1" y="596"/>
                  </a:cubicBezTo>
                  <a:lnTo>
                    <a:pt x="1" y="953"/>
                  </a:lnTo>
                  <a:cubicBezTo>
                    <a:pt x="1" y="1286"/>
                    <a:pt x="275" y="1548"/>
                    <a:pt x="596" y="1548"/>
                  </a:cubicBezTo>
                  <a:cubicBezTo>
                    <a:pt x="929" y="1548"/>
                    <a:pt x="1191" y="1286"/>
                    <a:pt x="1191" y="953"/>
                  </a:cubicBezTo>
                  <a:lnTo>
                    <a:pt x="1191" y="691"/>
                  </a:lnTo>
                  <a:cubicBezTo>
                    <a:pt x="1191" y="596"/>
                    <a:pt x="1120" y="524"/>
                    <a:pt x="1037" y="524"/>
                  </a:cubicBezTo>
                  <a:cubicBezTo>
                    <a:pt x="941" y="524"/>
                    <a:pt x="870" y="596"/>
                    <a:pt x="870" y="691"/>
                  </a:cubicBezTo>
                  <a:lnTo>
                    <a:pt x="870" y="953"/>
                  </a:lnTo>
                  <a:cubicBezTo>
                    <a:pt x="870" y="1108"/>
                    <a:pt x="751" y="1227"/>
                    <a:pt x="596" y="1227"/>
                  </a:cubicBezTo>
                  <a:cubicBezTo>
                    <a:pt x="453" y="1227"/>
                    <a:pt x="334" y="1108"/>
                    <a:pt x="334" y="953"/>
                  </a:cubicBezTo>
                  <a:lnTo>
                    <a:pt x="334" y="596"/>
                  </a:lnTo>
                  <a:cubicBezTo>
                    <a:pt x="334" y="453"/>
                    <a:pt x="453" y="334"/>
                    <a:pt x="596" y="334"/>
                  </a:cubicBezTo>
                  <a:cubicBezTo>
                    <a:pt x="691" y="334"/>
                    <a:pt x="763" y="262"/>
                    <a:pt x="763" y="167"/>
                  </a:cubicBezTo>
                  <a:cubicBezTo>
                    <a:pt x="763" y="84"/>
                    <a:pt x="691" y="0"/>
                    <a:pt x="5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50" name="Google Shape;9646;p62">
              <a:extLst>
                <a:ext uri="{FF2B5EF4-FFF2-40B4-BE49-F238E27FC236}">
                  <a16:creationId xmlns:a16="http://schemas.microsoft.com/office/drawing/2014/main" id="{36607350-91A5-1605-5C40-49167E855D43}"/>
                </a:ext>
              </a:extLst>
            </p:cNvPr>
            <p:cNvSpPr/>
            <p:nvPr/>
          </p:nvSpPr>
          <p:spPr>
            <a:xfrm>
              <a:off x="2070043" y="3908647"/>
              <a:ext cx="122924" cy="33311"/>
            </a:xfrm>
            <a:custGeom>
              <a:avLst/>
              <a:gdLst/>
              <a:ahLst/>
              <a:cxnLst/>
              <a:rect l="l" t="t" r="r" b="b"/>
              <a:pathLst>
                <a:path w="3871" h="1049" extrusionOk="0">
                  <a:moveTo>
                    <a:pt x="1930" y="1"/>
                  </a:moveTo>
                  <a:cubicBezTo>
                    <a:pt x="1191" y="1"/>
                    <a:pt x="489" y="287"/>
                    <a:pt x="60" y="763"/>
                  </a:cubicBezTo>
                  <a:cubicBezTo>
                    <a:pt x="1" y="822"/>
                    <a:pt x="1" y="930"/>
                    <a:pt x="72" y="1001"/>
                  </a:cubicBezTo>
                  <a:cubicBezTo>
                    <a:pt x="101" y="1029"/>
                    <a:pt x="140" y="1044"/>
                    <a:pt x="181" y="1044"/>
                  </a:cubicBezTo>
                  <a:cubicBezTo>
                    <a:pt x="226" y="1044"/>
                    <a:pt x="273" y="1026"/>
                    <a:pt x="310" y="989"/>
                  </a:cubicBezTo>
                  <a:cubicBezTo>
                    <a:pt x="679" y="584"/>
                    <a:pt x="1299" y="334"/>
                    <a:pt x="1953" y="334"/>
                  </a:cubicBezTo>
                  <a:cubicBezTo>
                    <a:pt x="2596" y="334"/>
                    <a:pt x="3215" y="572"/>
                    <a:pt x="3585" y="989"/>
                  </a:cubicBezTo>
                  <a:cubicBezTo>
                    <a:pt x="3620" y="1013"/>
                    <a:pt x="3656" y="1049"/>
                    <a:pt x="3704" y="1049"/>
                  </a:cubicBezTo>
                  <a:cubicBezTo>
                    <a:pt x="3751" y="1049"/>
                    <a:pt x="3775" y="1037"/>
                    <a:pt x="3811" y="1001"/>
                  </a:cubicBezTo>
                  <a:cubicBezTo>
                    <a:pt x="3870" y="930"/>
                    <a:pt x="3870" y="822"/>
                    <a:pt x="3811" y="763"/>
                  </a:cubicBezTo>
                  <a:cubicBezTo>
                    <a:pt x="3382" y="287"/>
                    <a:pt x="2680" y="1"/>
                    <a:pt x="19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C00000"/>
                </a:solidFill>
              </a:endParaRPr>
            </a:p>
          </p:txBody>
        </p:sp>
        <p:sp>
          <p:nvSpPr>
            <p:cNvPr id="51" name="Google Shape;9647;p62">
              <a:extLst>
                <a:ext uri="{FF2B5EF4-FFF2-40B4-BE49-F238E27FC236}">
                  <a16:creationId xmlns:a16="http://schemas.microsoft.com/office/drawing/2014/main" id="{3209E3E6-59EA-D303-C213-80808456D278}"/>
                </a:ext>
              </a:extLst>
            </p:cNvPr>
            <p:cNvSpPr/>
            <p:nvPr/>
          </p:nvSpPr>
          <p:spPr>
            <a:xfrm>
              <a:off x="1952836" y="3680964"/>
              <a:ext cx="298338" cy="296528"/>
            </a:xfrm>
            <a:custGeom>
              <a:avLst/>
              <a:gdLst/>
              <a:ahLst/>
              <a:cxnLst/>
              <a:rect l="l" t="t" r="r" b="b"/>
              <a:pathLst>
                <a:path w="9395" h="9338" extrusionOk="0">
                  <a:moveTo>
                    <a:pt x="5654" y="0"/>
                  </a:moveTo>
                  <a:cubicBezTo>
                    <a:pt x="5591" y="0"/>
                    <a:pt x="5528" y="1"/>
                    <a:pt x="5466" y="3"/>
                  </a:cubicBezTo>
                  <a:cubicBezTo>
                    <a:pt x="4037" y="51"/>
                    <a:pt x="2692" y="622"/>
                    <a:pt x="1680" y="1634"/>
                  </a:cubicBezTo>
                  <a:cubicBezTo>
                    <a:pt x="668" y="2646"/>
                    <a:pt x="84" y="3992"/>
                    <a:pt x="48" y="5421"/>
                  </a:cubicBezTo>
                  <a:cubicBezTo>
                    <a:pt x="1" y="6849"/>
                    <a:pt x="489" y="8219"/>
                    <a:pt x="1430" y="9278"/>
                  </a:cubicBezTo>
                  <a:cubicBezTo>
                    <a:pt x="1453" y="9302"/>
                    <a:pt x="1501" y="9338"/>
                    <a:pt x="1549" y="9338"/>
                  </a:cubicBezTo>
                  <a:cubicBezTo>
                    <a:pt x="1596" y="9338"/>
                    <a:pt x="1620" y="9314"/>
                    <a:pt x="1656" y="9290"/>
                  </a:cubicBezTo>
                  <a:cubicBezTo>
                    <a:pt x="1727" y="9231"/>
                    <a:pt x="1727" y="9123"/>
                    <a:pt x="1668" y="9052"/>
                  </a:cubicBezTo>
                  <a:cubicBezTo>
                    <a:pt x="787" y="8052"/>
                    <a:pt x="310" y="6754"/>
                    <a:pt x="358" y="5421"/>
                  </a:cubicBezTo>
                  <a:cubicBezTo>
                    <a:pt x="406" y="4075"/>
                    <a:pt x="941" y="2813"/>
                    <a:pt x="1894" y="1861"/>
                  </a:cubicBezTo>
                  <a:cubicBezTo>
                    <a:pt x="2846" y="908"/>
                    <a:pt x="4108" y="360"/>
                    <a:pt x="5442" y="325"/>
                  </a:cubicBezTo>
                  <a:cubicBezTo>
                    <a:pt x="5489" y="323"/>
                    <a:pt x="5536" y="323"/>
                    <a:pt x="5583" y="323"/>
                  </a:cubicBezTo>
                  <a:cubicBezTo>
                    <a:pt x="6878" y="323"/>
                    <a:pt x="8120" y="796"/>
                    <a:pt x="9073" y="1634"/>
                  </a:cubicBezTo>
                  <a:cubicBezTo>
                    <a:pt x="9113" y="1663"/>
                    <a:pt x="9156" y="1678"/>
                    <a:pt x="9196" y="1678"/>
                  </a:cubicBezTo>
                  <a:cubicBezTo>
                    <a:pt x="9239" y="1678"/>
                    <a:pt x="9280" y="1660"/>
                    <a:pt x="9312" y="1623"/>
                  </a:cubicBezTo>
                  <a:cubicBezTo>
                    <a:pt x="9395" y="1551"/>
                    <a:pt x="9395" y="1444"/>
                    <a:pt x="9312" y="1384"/>
                  </a:cubicBezTo>
                  <a:cubicBezTo>
                    <a:pt x="8288" y="486"/>
                    <a:pt x="6992" y="0"/>
                    <a:pt x="56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  <p:sp>
          <p:nvSpPr>
            <p:cNvPr id="52" name="Google Shape;9648;p62">
              <a:extLst>
                <a:ext uri="{FF2B5EF4-FFF2-40B4-BE49-F238E27FC236}">
                  <a16:creationId xmlns:a16="http://schemas.microsoft.com/office/drawing/2014/main" id="{B45F35B8-8858-0113-54BF-183FB6B3612D}"/>
                </a:ext>
              </a:extLst>
            </p:cNvPr>
            <p:cNvSpPr/>
            <p:nvPr/>
          </p:nvSpPr>
          <p:spPr>
            <a:xfrm>
              <a:off x="2012217" y="3739075"/>
              <a:ext cx="298338" cy="297036"/>
            </a:xfrm>
            <a:custGeom>
              <a:avLst/>
              <a:gdLst/>
              <a:ahLst/>
              <a:cxnLst/>
              <a:rect l="l" t="t" r="r" b="b"/>
              <a:pathLst>
                <a:path w="9395" h="9354" extrusionOk="0">
                  <a:moveTo>
                    <a:pt x="7840" y="1"/>
                  </a:moveTo>
                  <a:cubicBezTo>
                    <a:pt x="7800" y="1"/>
                    <a:pt x="7760" y="15"/>
                    <a:pt x="7727" y="43"/>
                  </a:cubicBezTo>
                  <a:cubicBezTo>
                    <a:pt x="7656" y="102"/>
                    <a:pt x="7656" y="209"/>
                    <a:pt x="7715" y="281"/>
                  </a:cubicBezTo>
                  <a:cubicBezTo>
                    <a:pt x="8585" y="1281"/>
                    <a:pt x="9073" y="2579"/>
                    <a:pt x="9025" y="3912"/>
                  </a:cubicBezTo>
                  <a:cubicBezTo>
                    <a:pt x="8977" y="5257"/>
                    <a:pt x="8442" y="6520"/>
                    <a:pt x="7489" y="7472"/>
                  </a:cubicBezTo>
                  <a:cubicBezTo>
                    <a:pt x="6537" y="8425"/>
                    <a:pt x="5275" y="8972"/>
                    <a:pt x="3929" y="9008"/>
                  </a:cubicBezTo>
                  <a:cubicBezTo>
                    <a:pt x="3881" y="9009"/>
                    <a:pt x="3834" y="9010"/>
                    <a:pt x="3786" y="9010"/>
                  </a:cubicBezTo>
                  <a:cubicBezTo>
                    <a:pt x="2503" y="9010"/>
                    <a:pt x="1262" y="8548"/>
                    <a:pt x="298" y="7698"/>
                  </a:cubicBezTo>
                  <a:cubicBezTo>
                    <a:pt x="264" y="7670"/>
                    <a:pt x="221" y="7655"/>
                    <a:pt x="180" y="7655"/>
                  </a:cubicBezTo>
                  <a:cubicBezTo>
                    <a:pt x="135" y="7655"/>
                    <a:pt x="91" y="7673"/>
                    <a:pt x="60" y="7710"/>
                  </a:cubicBezTo>
                  <a:cubicBezTo>
                    <a:pt x="0" y="7782"/>
                    <a:pt x="0" y="7889"/>
                    <a:pt x="83" y="7948"/>
                  </a:cubicBezTo>
                  <a:cubicBezTo>
                    <a:pt x="1107" y="8853"/>
                    <a:pt x="2405" y="9353"/>
                    <a:pt x="3774" y="9353"/>
                  </a:cubicBezTo>
                  <a:lnTo>
                    <a:pt x="3929" y="9353"/>
                  </a:lnTo>
                  <a:cubicBezTo>
                    <a:pt x="5358" y="9306"/>
                    <a:pt x="6703" y="8722"/>
                    <a:pt x="7715" y="7710"/>
                  </a:cubicBezTo>
                  <a:cubicBezTo>
                    <a:pt x="8727" y="6698"/>
                    <a:pt x="9311" y="5365"/>
                    <a:pt x="9347" y="3936"/>
                  </a:cubicBezTo>
                  <a:cubicBezTo>
                    <a:pt x="9394" y="2507"/>
                    <a:pt x="8906" y="1126"/>
                    <a:pt x="7965" y="66"/>
                  </a:cubicBezTo>
                  <a:cubicBezTo>
                    <a:pt x="7933" y="21"/>
                    <a:pt x="7887" y="1"/>
                    <a:pt x="78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C00000"/>
                </a:solidFill>
              </a:endParaRPr>
            </a:p>
          </p:txBody>
        </p:sp>
      </p:grpSp>
      <p:sp>
        <p:nvSpPr>
          <p:cNvPr id="53" name="Google Shape;1318;p38">
            <a:extLst>
              <a:ext uri="{FF2B5EF4-FFF2-40B4-BE49-F238E27FC236}">
                <a16:creationId xmlns:a16="http://schemas.microsoft.com/office/drawing/2014/main" id="{26E86269-001F-3596-A0DA-86804B6B9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21883" y="2259200"/>
            <a:ext cx="900234" cy="34546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48h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1016242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e 36">
            <a:extLst>
              <a:ext uri="{FF2B5EF4-FFF2-40B4-BE49-F238E27FC236}">
                <a16:creationId xmlns:a16="http://schemas.microsoft.com/office/drawing/2014/main" id="{7420C68A-771C-A5CD-9274-40624A32DA25}"/>
              </a:ext>
            </a:extLst>
          </p:cNvPr>
          <p:cNvGrpSpPr/>
          <p:nvPr/>
        </p:nvGrpSpPr>
        <p:grpSpPr>
          <a:xfrm>
            <a:off x="1946563" y="2390697"/>
            <a:ext cx="1093554" cy="1234942"/>
            <a:chOff x="1018309" y="1995055"/>
            <a:chExt cx="1093554" cy="1234942"/>
          </a:xfrm>
        </p:grpSpPr>
        <p:grpSp>
          <p:nvGrpSpPr>
            <p:cNvPr id="2" name="Google Shape;10602;p64">
              <a:extLst>
                <a:ext uri="{FF2B5EF4-FFF2-40B4-BE49-F238E27FC236}">
                  <a16:creationId xmlns:a16="http://schemas.microsoft.com/office/drawing/2014/main" id="{A6EA548C-6F1C-CD7B-76BE-D8FF5C9DE0C6}"/>
                </a:ext>
              </a:extLst>
            </p:cNvPr>
            <p:cNvGrpSpPr/>
            <p:nvPr/>
          </p:nvGrpSpPr>
          <p:grpSpPr>
            <a:xfrm>
              <a:off x="1018309" y="1995055"/>
              <a:ext cx="1093554" cy="917114"/>
              <a:chOff x="4876780" y="2418064"/>
              <a:chExt cx="407774" cy="356627"/>
            </a:xfrm>
          </p:grpSpPr>
          <p:sp>
            <p:nvSpPr>
              <p:cNvPr id="3" name="Google Shape;10603;p64">
                <a:extLst>
                  <a:ext uri="{FF2B5EF4-FFF2-40B4-BE49-F238E27FC236}">
                    <a16:creationId xmlns:a16="http://schemas.microsoft.com/office/drawing/2014/main" id="{A79762BA-DB5B-0367-8FF6-AE1F9E8D84AA}"/>
                  </a:ext>
                </a:extLst>
              </p:cNvPr>
              <p:cNvSpPr/>
              <p:nvPr/>
            </p:nvSpPr>
            <p:spPr>
              <a:xfrm>
                <a:off x="4876780" y="2455589"/>
                <a:ext cx="407774" cy="319103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10026" extrusionOk="0">
                    <a:moveTo>
                      <a:pt x="3608" y="393"/>
                    </a:moveTo>
                    <a:cubicBezTo>
                      <a:pt x="3942" y="393"/>
                      <a:pt x="4216" y="619"/>
                      <a:pt x="4216" y="905"/>
                    </a:cubicBezTo>
                    <a:lnTo>
                      <a:pt x="4216" y="929"/>
                    </a:lnTo>
                    <a:cubicBezTo>
                      <a:pt x="4025" y="857"/>
                      <a:pt x="3811" y="810"/>
                      <a:pt x="3608" y="810"/>
                    </a:cubicBezTo>
                    <a:cubicBezTo>
                      <a:pt x="3382" y="810"/>
                      <a:pt x="3192" y="857"/>
                      <a:pt x="2989" y="929"/>
                    </a:cubicBezTo>
                    <a:lnTo>
                      <a:pt x="2989" y="905"/>
                    </a:lnTo>
                    <a:cubicBezTo>
                      <a:pt x="2989" y="619"/>
                      <a:pt x="3275" y="393"/>
                      <a:pt x="3608" y="393"/>
                    </a:cubicBezTo>
                    <a:close/>
                    <a:moveTo>
                      <a:pt x="3620" y="1179"/>
                    </a:moveTo>
                    <a:cubicBezTo>
                      <a:pt x="4287" y="1179"/>
                      <a:pt x="4835" y="1739"/>
                      <a:pt x="4835" y="2405"/>
                    </a:cubicBezTo>
                    <a:cubicBezTo>
                      <a:pt x="4835" y="2536"/>
                      <a:pt x="4823" y="2655"/>
                      <a:pt x="4775" y="2774"/>
                    </a:cubicBezTo>
                    <a:cubicBezTo>
                      <a:pt x="4239" y="2239"/>
                      <a:pt x="3299" y="2012"/>
                      <a:pt x="3263" y="2012"/>
                    </a:cubicBezTo>
                    <a:cubicBezTo>
                      <a:pt x="3248" y="2009"/>
                      <a:pt x="3233" y="2008"/>
                      <a:pt x="3219" y="2008"/>
                    </a:cubicBezTo>
                    <a:cubicBezTo>
                      <a:pt x="3174" y="2008"/>
                      <a:pt x="3132" y="2021"/>
                      <a:pt x="3096" y="2048"/>
                    </a:cubicBezTo>
                    <a:cubicBezTo>
                      <a:pt x="3049" y="2072"/>
                      <a:pt x="3025" y="2131"/>
                      <a:pt x="3037" y="2191"/>
                    </a:cubicBezTo>
                    <a:cubicBezTo>
                      <a:pt x="3037" y="2215"/>
                      <a:pt x="3025" y="2322"/>
                      <a:pt x="2882" y="2465"/>
                    </a:cubicBezTo>
                    <a:cubicBezTo>
                      <a:pt x="2811" y="2536"/>
                      <a:pt x="2811" y="2655"/>
                      <a:pt x="2882" y="2727"/>
                    </a:cubicBezTo>
                    <a:cubicBezTo>
                      <a:pt x="2924" y="2768"/>
                      <a:pt x="2974" y="2789"/>
                      <a:pt x="3023" y="2789"/>
                    </a:cubicBezTo>
                    <a:cubicBezTo>
                      <a:pt x="3073" y="2789"/>
                      <a:pt x="3120" y="2768"/>
                      <a:pt x="3156" y="2727"/>
                    </a:cubicBezTo>
                    <a:cubicBezTo>
                      <a:pt x="3263" y="2631"/>
                      <a:pt x="3323" y="2524"/>
                      <a:pt x="3358" y="2429"/>
                    </a:cubicBezTo>
                    <a:cubicBezTo>
                      <a:pt x="3680" y="2524"/>
                      <a:pt x="4335" y="2762"/>
                      <a:pt x="4632" y="3179"/>
                    </a:cubicBezTo>
                    <a:cubicBezTo>
                      <a:pt x="4537" y="3655"/>
                      <a:pt x="4120" y="4013"/>
                      <a:pt x="3632" y="4013"/>
                    </a:cubicBezTo>
                    <a:cubicBezTo>
                      <a:pt x="3624" y="4013"/>
                      <a:pt x="3616" y="4013"/>
                      <a:pt x="3608" y="4013"/>
                    </a:cubicBezTo>
                    <a:cubicBezTo>
                      <a:pt x="3083" y="4013"/>
                      <a:pt x="2655" y="3636"/>
                      <a:pt x="2608" y="3120"/>
                    </a:cubicBezTo>
                    <a:cubicBezTo>
                      <a:pt x="2608" y="3084"/>
                      <a:pt x="2596" y="3060"/>
                      <a:pt x="2572" y="3048"/>
                    </a:cubicBezTo>
                    <a:cubicBezTo>
                      <a:pt x="2453" y="2846"/>
                      <a:pt x="2394" y="2631"/>
                      <a:pt x="2394" y="2405"/>
                    </a:cubicBezTo>
                    <a:cubicBezTo>
                      <a:pt x="2394" y="1739"/>
                      <a:pt x="2953" y="1179"/>
                      <a:pt x="3620" y="1179"/>
                    </a:cubicBezTo>
                    <a:close/>
                    <a:moveTo>
                      <a:pt x="4013" y="4334"/>
                    </a:moveTo>
                    <a:lnTo>
                      <a:pt x="4013" y="4536"/>
                    </a:lnTo>
                    <a:cubicBezTo>
                      <a:pt x="4025" y="4596"/>
                      <a:pt x="4037" y="4667"/>
                      <a:pt x="4061" y="4715"/>
                    </a:cubicBezTo>
                    <a:lnTo>
                      <a:pt x="3882" y="4870"/>
                    </a:lnTo>
                    <a:cubicBezTo>
                      <a:pt x="3805" y="4947"/>
                      <a:pt x="3701" y="4986"/>
                      <a:pt x="3598" y="4986"/>
                    </a:cubicBezTo>
                    <a:cubicBezTo>
                      <a:pt x="3495" y="4986"/>
                      <a:pt x="3394" y="4947"/>
                      <a:pt x="3323" y="4870"/>
                    </a:cubicBezTo>
                    <a:lnTo>
                      <a:pt x="3144" y="4715"/>
                    </a:lnTo>
                    <a:cubicBezTo>
                      <a:pt x="3168" y="4656"/>
                      <a:pt x="3180" y="4596"/>
                      <a:pt x="3180" y="4536"/>
                    </a:cubicBezTo>
                    <a:lnTo>
                      <a:pt x="3180" y="4334"/>
                    </a:lnTo>
                    <a:cubicBezTo>
                      <a:pt x="3323" y="4382"/>
                      <a:pt x="3454" y="4394"/>
                      <a:pt x="3596" y="4394"/>
                    </a:cubicBezTo>
                    <a:cubicBezTo>
                      <a:pt x="3751" y="4394"/>
                      <a:pt x="3882" y="4382"/>
                      <a:pt x="4013" y="4334"/>
                    </a:cubicBezTo>
                    <a:close/>
                    <a:moveTo>
                      <a:pt x="6013" y="5977"/>
                    </a:moveTo>
                    <a:lnTo>
                      <a:pt x="6013" y="5989"/>
                    </a:lnTo>
                    <a:lnTo>
                      <a:pt x="6025" y="7596"/>
                    </a:lnTo>
                    <a:cubicBezTo>
                      <a:pt x="6025" y="7596"/>
                      <a:pt x="6025" y="7608"/>
                      <a:pt x="6013" y="7608"/>
                    </a:cubicBezTo>
                    <a:lnTo>
                      <a:pt x="3620" y="7608"/>
                    </a:lnTo>
                    <a:cubicBezTo>
                      <a:pt x="3620" y="7608"/>
                      <a:pt x="3608" y="7608"/>
                      <a:pt x="3608" y="7596"/>
                    </a:cubicBezTo>
                    <a:lnTo>
                      <a:pt x="3608" y="5989"/>
                    </a:lnTo>
                    <a:cubicBezTo>
                      <a:pt x="3608" y="5989"/>
                      <a:pt x="3608" y="5977"/>
                      <a:pt x="3620" y="5977"/>
                    </a:cubicBezTo>
                    <a:close/>
                    <a:moveTo>
                      <a:pt x="4358" y="4941"/>
                    </a:moveTo>
                    <a:lnTo>
                      <a:pt x="4989" y="5263"/>
                    </a:lnTo>
                    <a:cubicBezTo>
                      <a:pt x="5120" y="5334"/>
                      <a:pt x="5216" y="5465"/>
                      <a:pt x="5216" y="5620"/>
                    </a:cubicBezTo>
                    <a:lnTo>
                      <a:pt x="3608" y="5620"/>
                    </a:lnTo>
                    <a:cubicBezTo>
                      <a:pt x="3394" y="5620"/>
                      <a:pt x="3215" y="5799"/>
                      <a:pt x="3215" y="6001"/>
                    </a:cubicBezTo>
                    <a:lnTo>
                      <a:pt x="3215" y="6822"/>
                    </a:lnTo>
                    <a:lnTo>
                      <a:pt x="2787" y="6822"/>
                    </a:lnTo>
                    <a:lnTo>
                      <a:pt x="2787" y="6060"/>
                    </a:lnTo>
                    <a:cubicBezTo>
                      <a:pt x="2787" y="5965"/>
                      <a:pt x="2692" y="5870"/>
                      <a:pt x="2596" y="5870"/>
                    </a:cubicBezTo>
                    <a:cubicBezTo>
                      <a:pt x="2489" y="5870"/>
                      <a:pt x="2394" y="5965"/>
                      <a:pt x="2394" y="6060"/>
                    </a:cubicBezTo>
                    <a:lnTo>
                      <a:pt x="2394" y="7013"/>
                    </a:lnTo>
                    <a:cubicBezTo>
                      <a:pt x="2394" y="7120"/>
                      <a:pt x="2489" y="7203"/>
                      <a:pt x="2596" y="7203"/>
                    </a:cubicBezTo>
                    <a:lnTo>
                      <a:pt x="3203" y="7203"/>
                    </a:lnTo>
                    <a:lnTo>
                      <a:pt x="3203" y="7620"/>
                    </a:lnTo>
                    <a:lnTo>
                      <a:pt x="3203" y="7644"/>
                    </a:lnTo>
                    <a:lnTo>
                      <a:pt x="2382" y="7644"/>
                    </a:lnTo>
                    <a:cubicBezTo>
                      <a:pt x="2156" y="7644"/>
                      <a:pt x="1965" y="7465"/>
                      <a:pt x="1965" y="7227"/>
                    </a:cubicBezTo>
                    <a:lnTo>
                      <a:pt x="1965" y="5632"/>
                    </a:lnTo>
                    <a:lnTo>
                      <a:pt x="2001" y="5632"/>
                    </a:lnTo>
                    <a:cubicBezTo>
                      <a:pt x="2001" y="5465"/>
                      <a:pt x="2084" y="5334"/>
                      <a:pt x="2215" y="5263"/>
                    </a:cubicBezTo>
                    <a:lnTo>
                      <a:pt x="2846" y="4941"/>
                    </a:lnTo>
                    <a:lnTo>
                      <a:pt x="3073" y="5156"/>
                    </a:lnTo>
                    <a:cubicBezTo>
                      <a:pt x="3215" y="5298"/>
                      <a:pt x="3406" y="5382"/>
                      <a:pt x="3608" y="5382"/>
                    </a:cubicBezTo>
                    <a:cubicBezTo>
                      <a:pt x="3799" y="5382"/>
                      <a:pt x="3989" y="5298"/>
                      <a:pt x="4144" y="5156"/>
                    </a:cubicBezTo>
                    <a:lnTo>
                      <a:pt x="4358" y="4941"/>
                    </a:lnTo>
                    <a:close/>
                    <a:moveTo>
                      <a:pt x="12026" y="7989"/>
                    </a:moveTo>
                    <a:lnTo>
                      <a:pt x="12026" y="8418"/>
                    </a:lnTo>
                    <a:lnTo>
                      <a:pt x="787" y="8418"/>
                    </a:lnTo>
                    <a:lnTo>
                      <a:pt x="787" y="7989"/>
                    </a:lnTo>
                    <a:close/>
                    <a:moveTo>
                      <a:pt x="3608" y="0"/>
                    </a:moveTo>
                    <a:cubicBezTo>
                      <a:pt x="3049" y="0"/>
                      <a:pt x="2620" y="405"/>
                      <a:pt x="2620" y="893"/>
                    </a:cubicBezTo>
                    <a:cubicBezTo>
                      <a:pt x="2620" y="977"/>
                      <a:pt x="2632" y="1060"/>
                      <a:pt x="2656" y="1131"/>
                    </a:cubicBezTo>
                    <a:cubicBezTo>
                      <a:pt x="2263" y="1417"/>
                      <a:pt x="2013" y="1881"/>
                      <a:pt x="2013" y="2405"/>
                    </a:cubicBezTo>
                    <a:cubicBezTo>
                      <a:pt x="2013" y="2679"/>
                      <a:pt x="2084" y="2953"/>
                      <a:pt x="2215" y="3191"/>
                    </a:cubicBezTo>
                    <a:cubicBezTo>
                      <a:pt x="2275" y="3596"/>
                      <a:pt x="2501" y="3917"/>
                      <a:pt x="2799" y="4144"/>
                    </a:cubicBezTo>
                    <a:lnTo>
                      <a:pt x="2799" y="4525"/>
                    </a:lnTo>
                    <a:lnTo>
                      <a:pt x="2799" y="4548"/>
                    </a:lnTo>
                    <a:lnTo>
                      <a:pt x="2037" y="4917"/>
                    </a:lnTo>
                    <a:cubicBezTo>
                      <a:pt x="1775" y="5048"/>
                      <a:pt x="1608" y="5322"/>
                      <a:pt x="1608" y="5620"/>
                    </a:cubicBezTo>
                    <a:lnTo>
                      <a:pt x="1608" y="7215"/>
                    </a:lnTo>
                    <a:cubicBezTo>
                      <a:pt x="1608" y="7358"/>
                      <a:pt x="1656" y="7513"/>
                      <a:pt x="1727" y="7632"/>
                    </a:cubicBezTo>
                    <a:lnTo>
                      <a:pt x="191" y="7632"/>
                    </a:lnTo>
                    <a:cubicBezTo>
                      <a:pt x="96" y="7632"/>
                      <a:pt x="1" y="7715"/>
                      <a:pt x="1" y="7823"/>
                    </a:cubicBezTo>
                    <a:cubicBezTo>
                      <a:pt x="1" y="7930"/>
                      <a:pt x="96" y="8013"/>
                      <a:pt x="191" y="8013"/>
                    </a:cubicBezTo>
                    <a:lnTo>
                      <a:pt x="406" y="8013"/>
                    </a:lnTo>
                    <a:lnTo>
                      <a:pt x="406" y="9835"/>
                    </a:lnTo>
                    <a:cubicBezTo>
                      <a:pt x="406" y="9930"/>
                      <a:pt x="489" y="10025"/>
                      <a:pt x="596" y="10025"/>
                    </a:cubicBezTo>
                    <a:cubicBezTo>
                      <a:pt x="703" y="10025"/>
                      <a:pt x="787" y="9930"/>
                      <a:pt x="787" y="9835"/>
                    </a:cubicBezTo>
                    <a:lnTo>
                      <a:pt x="787" y="8823"/>
                    </a:lnTo>
                    <a:lnTo>
                      <a:pt x="12026" y="8823"/>
                    </a:lnTo>
                    <a:lnTo>
                      <a:pt x="12026" y="9835"/>
                    </a:lnTo>
                    <a:cubicBezTo>
                      <a:pt x="12026" y="9930"/>
                      <a:pt x="12121" y="10025"/>
                      <a:pt x="12217" y="10025"/>
                    </a:cubicBezTo>
                    <a:cubicBezTo>
                      <a:pt x="12324" y="10025"/>
                      <a:pt x="12419" y="9930"/>
                      <a:pt x="12419" y="9835"/>
                    </a:cubicBezTo>
                    <a:lnTo>
                      <a:pt x="12419" y="8013"/>
                    </a:lnTo>
                    <a:lnTo>
                      <a:pt x="12621" y="8013"/>
                    </a:lnTo>
                    <a:cubicBezTo>
                      <a:pt x="12728" y="8013"/>
                      <a:pt x="12812" y="7930"/>
                      <a:pt x="12812" y="7823"/>
                    </a:cubicBezTo>
                    <a:cubicBezTo>
                      <a:pt x="12800" y="7704"/>
                      <a:pt x="12717" y="7632"/>
                      <a:pt x="12609" y="7632"/>
                    </a:cubicBezTo>
                    <a:lnTo>
                      <a:pt x="6406" y="7632"/>
                    </a:lnTo>
                    <a:lnTo>
                      <a:pt x="6406" y="7608"/>
                    </a:lnTo>
                    <a:lnTo>
                      <a:pt x="6406" y="6001"/>
                    </a:lnTo>
                    <a:cubicBezTo>
                      <a:pt x="6406" y="5799"/>
                      <a:pt x="6228" y="5620"/>
                      <a:pt x="6013" y="5620"/>
                    </a:cubicBezTo>
                    <a:lnTo>
                      <a:pt x="5597" y="5620"/>
                    </a:lnTo>
                    <a:cubicBezTo>
                      <a:pt x="5597" y="5322"/>
                      <a:pt x="5430" y="5048"/>
                      <a:pt x="5168" y="4917"/>
                    </a:cubicBezTo>
                    <a:lnTo>
                      <a:pt x="4406" y="4548"/>
                    </a:lnTo>
                    <a:lnTo>
                      <a:pt x="4406" y="4525"/>
                    </a:lnTo>
                    <a:lnTo>
                      <a:pt x="4406" y="4144"/>
                    </a:lnTo>
                    <a:cubicBezTo>
                      <a:pt x="4716" y="3929"/>
                      <a:pt x="4942" y="3596"/>
                      <a:pt x="4989" y="3191"/>
                    </a:cubicBezTo>
                    <a:cubicBezTo>
                      <a:pt x="5120" y="2953"/>
                      <a:pt x="5192" y="2667"/>
                      <a:pt x="5192" y="2405"/>
                    </a:cubicBezTo>
                    <a:cubicBezTo>
                      <a:pt x="5192" y="1881"/>
                      <a:pt x="4942" y="1417"/>
                      <a:pt x="4561" y="1131"/>
                    </a:cubicBezTo>
                    <a:cubicBezTo>
                      <a:pt x="4585" y="1060"/>
                      <a:pt x="4585" y="988"/>
                      <a:pt x="4585" y="893"/>
                    </a:cubicBezTo>
                    <a:cubicBezTo>
                      <a:pt x="4585" y="405"/>
                      <a:pt x="4144" y="0"/>
                      <a:pt x="36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5" name="Google Shape;10604;p64">
                <a:extLst>
                  <a:ext uri="{FF2B5EF4-FFF2-40B4-BE49-F238E27FC236}">
                    <a16:creationId xmlns:a16="http://schemas.microsoft.com/office/drawing/2014/main" id="{6EA0AC7A-FF85-A250-BDDC-F2BAE0891AC2}"/>
                  </a:ext>
                </a:extLst>
              </p:cNvPr>
              <p:cNvSpPr/>
              <p:nvPr/>
            </p:nvSpPr>
            <p:spPr>
              <a:xfrm>
                <a:off x="5017012" y="2666287"/>
                <a:ext cx="25016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82" extrusionOk="0">
                    <a:moveTo>
                      <a:pt x="191" y="0"/>
                    </a:moveTo>
                    <a:cubicBezTo>
                      <a:pt x="83" y="0"/>
                      <a:pt x="0" y="83"/>
                      <a:pt x="0" y="191"/>
                    </a:cubicBezTo>
                    <a:cubicBezTo>
                      <a:pt x="0" y="298"/>
                      <a:pt x="83" y="381"/>
                      <a:pt x="191" y="381"/>
                    </a:cubicBezTo>
                    <a:lnTo>
                      <a:pt x="595" y="381"/>
                    </a:lnTo>
                    <a:cubicBezTo>
                      <a:pt x="702" y="381"/>
                      <a:pt x="786" y="298"/>
                      <a:pt x="786" y="191"/>
                    </a:cubicBezTo>
                    <a:cubicBezTo>
                      <a:pt x="786" y="83"/>
                      <a:pt x="702" y="0"/>
                      <a:pt x="5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6" name="Google Shape;10605;p64">
                <a:extLst>
                  <a:ext uri="{FF2B5EF4-FFF2-40B4-BE49-F238E27FC236}">
                    <a16:creationId xmlns:a16="http://schemas.microsoft.com/office/drawing/2014/main" id="{4F87F6D4-E1AE-72AA-6237-B35059A5E2C5}"/>
                  </a:ext>
                </a:extLst>
              </p:cNvPr>
              <p:cNvSpPr/>
              <p:nvPr/>
            </p:nvSpPr>
            <p:spPr>
              <a:xfrm>
                <a:off x="5068159" y="2418064"/>
                <a:ext cx="203155" cy="198222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6228" extrusionOk="0">
                    <a:moveTo>
                      <a:pt x="5608" y="346"/>
                    </a:moveTo>
                    <a:cubicBezTo>
                      <a:pt x="5834" y="346"/>
                      <a:pt x="6025" y="524"/>
                      <a:pt x="6025" y="762"/>
                    </a:cubicBezTo>
                    <a:lnTo>
                      <a:pt x="6025" y="3989"/>
                    </a:lnTo>
                    <a:lnTo>
                      <a:pt x="6013" y="3989"/>
                    </a:lnTo>
                    <a:cubicBezTo>
                      <a:pt x="6013" y="4203"/>
                      <a:pt x="5834" y="4406"/>
                      <a:pt x="5596" y="4406"/>
                    </a:cubicBezTo>
                    <a:lnTo>
                      <a:pt x="3203" y="4406"/>
                    </a:lnTo>
                    <a:cubicBezTo>
                      <a:pt x="3156" y="4406"/>
                      <a:pt x="3132" y="4418"/>
                      <a:pt x="3096" y="4430"/>
                    </a:cubicBezTo>
                    <a:lnTo>
                      <a:pt x="1310" y="5727"/>
                    </a:lnTo>
                    <a:lnTo>
                      <a:pt x="1584" y="4620"/>
                    </a:lnTo>
                    <a:cubicBezTo>
                      <a:pt x="1596" y="4561"/>
                      <a:pt x="1584" y="4501"/>
                      <a:pt x="1548" y="4465"/>
                    </a:cubicBezTo>
                    <a:cubicBezTo>
                      <a:pt x="1512" y="4418"/>
                      <a:pt x="1465" y="4382"/>
                      <a:pt x="1405" y="4382"/>
                    </a:cubicBezTo>
                    <a:lnTo>
                      <a:pt x="810" y="4382"/>
                    </a:lnTo>
                    <a:cubicBezTo>
                      <a:pt x="584" y="4382"/>
                      <a:pt x="393" y="4203"/>
                      <a:pt x="393" y="3965"/>
                    </a:cubicBezTo>
                    <a:lnTo>
                      <a:pt x="393" y="762"/>
                    </a:lnTo>
                    <a:cubicBezTo>
                      <a:pt x="393" y="548"/>
                      <a:pt x="572" y="346"/>
                      <a:pt x="810" y="346"/>
                    </a:cubicBezTo>
                    <a:close/>
                    <a:moveTo>
                      <a:pt x="786" y="0"/>
                    </a:moveTo>
                    <a:cubicBezTo>
                      <a:pt x="358" y="0"/>
                      <a:pt x="0" y="358"/>
                      <a:pt x="0" y="786"/>
                    </a:cubicBezTo>
                    <a:lnTo>
                      <a:pt x="0" y="3989"/>
                    </a:lnTo>
                    <a:cubicBezTo>
                      <a:pt x="0" y="4418"/>
                      <a:pt x="358" y="4775"/>
                      <a:pt x="786" y="4775"/>
                    </a:cubicBezTo>
                    <a:lnTo>
                      <a:pt x="1143" y="4775"/>
                    </a:lnTo>
                    <a:lnTo>
                      <a:pt x="881" y="5870"/>
                    </a:lnTo>
                    <a:cubicBezTo>
                      <a:pt x="846" y="5989"/>
                      <a:pt x="893" y="6108"/>
                      <a:pt x="1000" y="6192"/>
                    </a:cubicBezTo>
                    <a:cubicBezTo>
                      <a:pt x="1048" y="6216"/>
                      <a:pt x="1108" y="6227"/>
                      <a:pt x="1167" y="6227"/>
                    </a:cubicBezTo>
                    <a:cubicBezTo>
                      <a:pt x="1227" y="6227"/>
                      <a:pt x="1286" y="6216"/>
                      <a:pt x="1322" y="6168"/>
                    </a:cubicBezTo>
                    <a:lnTo>
                      <a:pt x="3263" y="4775"/>
                    </a:lnTo>
                    <a:lnTo>
                      <a:pt x="5596" y="4775"/>
                    </a:lnTo>
                    <a:cubicBezTo>
                      <a:pt x="6025" y="4775"/>
                      <a:pt x="6382" y="4418"/>
                      <a:pt x="6382" y="3989"/>
                    </a:cubicBezTo>
                    <a:lnTo>
                      <a:pt x="6382" y="786"/>
                    </a:lnTo>
                    <a:cubicBezTo>
                      <a:pt x="6382" y="358"/>
                      <a:pt x="6025" y="0"/>
                      <a:pt x="5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3" name="Google Shape;10606;p64">
                <a:extLst>
                  <a:ext uri="{FF2B5EF4-FFF2-40B4-BE49-F238E27FC236}">
                    <a16:creationId xmlns:a16="http://schemas.microsoft.com/office/drawing/2014/main" id="{C8749F6D-F463-C0D2-6AC8-2679832C294F}"/>
                  </a:ext>
                </a:extLst>
              </p:cNvPr>
              <p:cNvSpPr/>
              <p:nvPr/>
            </p:nvSpPr>
            <p:spPr>
              <a:xfrm>
                <a:off x="5106415" y="2456353"/>
                <a:ext cx="31509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799" y="381"/>
                    </a:lnTo>
                    <a:cubicBezTo>
                      <a:pt x="894" y="381"/>
                      <a:pt x="989" y="298"/>
                      <a:pt x="989" y="191"/>
                    </a:cubicBezTo>
                    <a:cubicBezTo>
                      <a:pt x="989" y="83"/>
                      <a:pt x="894" y="0"/>
                      <a:pt x="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4" name="Google Shape;10607;p64">
                <a:extLst>
                  <a:ext uri="{FF2B5EF4-FFF2-40B4-BE49-F238E27FC236}">
                    <a16:creationId xmlns:a16="http://schemas.microsoft.com/office/drawing/2014/main" id="{A74E18D6-1FC2-9EAD-1C4B-C4BCDF01EB7B}"/>
                  </a:ext>
                </a:extLst>
              </p:cNvPr>
              <p:cNvSpPr/>
              <p:nvPr/>
            </p:nvSpPr>
            <p:spPr>
              <a:xfrm>
                <a:off x="5151133" y="2456353"/>
                <a:ext cx="82274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2" extrusionOk="0">
                    <a:moveTo>
                      <a:pt x="191" y="0"/>
                    </a:moveTo>
                    <a:cubicBezTo>
                      <a:pt x="84" y="0"/>
                      <a:pt x="1" y="83"/>
                      <a:pt x="1" y="191"/>
                    </a:cubicBezTo>
                    <a:cubicBezTo>
                      <a:pt x="1" y="298"/>
                      <a:pt x="84" y="381"/>
                      <a:pt x="191" y="381"/>
                    </a:cubicBezTo>
                    <a:lnTo>
                      <a:pt x="2394" y="381"/>
                    </a:lnTo>
                    <a:cubicBezTo>
                      <a:pt x="2501" y="381"/>
                      <a:pt x="2584" y="298"/>
                      <a:pt x="2584" y="191"/>
                    </a:cubicBezTo>
                    <a:cubicBezTo>
                      <a:pt x="2584" y="83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6" name="Google Shape;10608;p64">
                <a:extLst>
                  <a:ext uri="{FF2B5EF4-FFF2-40B4-BE49-F238E27FC236}">
                    <a16:creationId xmlns:a16="http://schemas.microsoft.com/office/drawing/2014/main" id="{CEAE1670-A801-3B04-FEC9-C4BC0E8C59CA}"/>
                  </a:ext>
                </a:extLst>
              </p:cNvPr>
              <p:cNvSpPr/>
              <p:nvPr/>
            </p:nvSpPr>
            <p:spPr>
              <a:xfrm>
                <a:off x="5106415" y="2488180"/>
                <a:ext cx="126992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3799" y="381"/>
                    </a:lnTo>
                    <a:cubicBezTo>
                      <a:pt x="3906" y="381"/>
                      <a:pt x="3989" y="298"/>
                      <a:pt x="3989" y="191"/>
                    </a:cubicBezTo>
                    <a:cubicBezTo>
                      <a:pt x="3978" y="83"/>
                      <a:pt x="3906" y="0"/>
                      <a:pt x="3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7" name="Google Shape;10609;p64">
                <a:extLst>
                  <a:ext uri="{FF2B5EF4-FFF2-40B4-BE49-F238E27FC236}">
                    <a16:creationId xmlns:a16="http://schemas.microsoft.com/office/drawing/2014/main" id="{9B7E722B-EFAF-2FBF-78B4-A25881650996}"/>
                  </a:ext>
                </a:extLst>
              </p:cNvPr>
              <p:cNvSpPr/>
              <p:nvPr/>
            </p:nvSpPr>
            <p:spPr>
              <a:xfrm>
                <a:off x="5106415" y="2519626"/>
                <a:ext cx="82656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394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cubicBezTo>
                      <a:pt x="1" y="298"/>
                      <a:pt x="96" y="393"/>
                      <a:pt x="203" y="393"/>
                    </a:cubicBezTo>
                    <a:lnTo>
                      <a:pt x="2394" y="393"/>
                    </a:lnTo>
                    <a:cubicBezTo>
                      <a:pt x="2501" y="393"/>
                      <a:pt x="2596" y="298"/>
                      <a:pt x="2596" y="203"/>
                    </a:cubicBezTo>
                    <a:cubicBezTo>
                      <a:pt x="2585" y="96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35" name="Google Shape;10610;p64">
                <a:extLst>
                  <a:ext uri="{FF2B5EF4-FFF2-40B4-BE49-F238E27FC236}">
                    <a16:creationId xmlns:a16="http://schemas.microsoft.com/office/drawing/2014/main" id="{26B6DDD3-F89E-83A4-E041-699219CC7FDC}"/>
                  </a:ext>
                </a:extLst>
              </p:cNvPr>
              <p:cNvSpPr/>
              <p:nvPr/>
            </p:nvSpPr>
            <p:spPr>
              <a:xfrm>
                <a:off x="5202312" y="2519626"/>
                <a:ext cx="3109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394" extrusionOk="0">
                    <a:moveTo>
                      <a:pt x="191" y="0"/>
                    </a:moveTo>
                    <a:cubicBezTo>
                      <a:pt x="84" y="0"/>
                      <a:pt x="0" y="96"/>
                      <a:pt x="0" y="203"/>
                    </a:cubicBezTo>
                    <a:cubicBezTo>
                      <a:pt x="0" y="298"/>
                      <a:pt x="84" y="393"/>
                      <a:pt x="191" y="393"/>
                    </a:cubicBezTo>
                    <a:lnTo>
                      <a:pt x="786" y="393"/>
                    </a:lnTo>
                    <a:cubicBezTo>
                      <a:pt x="893" y="393"/>
                      <a:pt x="976" y="298"/>
                      <a:pt x="976" y="203"/>
                    </a:cubicBezTo>
                    <a:cubicBezTo>
                      <a:pt x="965" y="96"/>
                      <a:pt x="893" y="0"/>
                      <a:pt x="7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36" name="Google Shape;986;p30">
              <a:extLst>
                <a:ext uri="{FF2B5EF4-FFF2-40B4-BE49-F238E27FC236}">
                  <a16:creationId xmlns:a16="http://schemas.microsoft.com/office/drawing/2014/main" id="{2FF5D847-5B23-F39C-7D60-CD68BBFB7C2F}"/>
                </a:ext>
              </a:extLst>
            </p:cNvPr>
            <p:cNvSpPr txBox="1">
              <a:spLocks/>
            </p:cNvSpPr>
            <p:nvPr/>
          </p:nvSpPr>
          <p:spPr>
            <a:xfrm>
              <a:off x="1116042" y="2908200"/>
              <a:ext cx="898087" cy="321797"/>
            </a:xfrm>
            <a:prstGeom prst="rect">
              <a:avLst/>
            </a:prstGeom>
          </p:spPr>
          <p:txBody>
            <a:bodyPr spcFirstLastPara="1" wrap="square" lIns="91425" tIns="0" rIns="91425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Pôle Agilor</a:t>
              </a:r>
            </a:p>
          </p:txBody>
        </p:sp>
      </p:grp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E4DCA5C-06F2-BFD1-1625-D6E7D89FD54E}"/>
              </a:ext>
            </a:extLst>
          </p:cNvPr>
          <p:cNvCxnSpPr>
            <a:cxnSpLocks/>
          </p:cNvCxnSpPr>
          <p:nvPr/>
        </p:nvCxnSpPr>
        <p:spPr>
          <a:xfrm>
            <a:off x="3553350" y="3029036"/>
            <a:ext cx="1836068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44" name="Google Shape;10295;p64">
            <a:extLst>
              <a:ext uri="{FF2B5EF4-FFF2-40B4-BE49-F238E27FC236}">
                <a16:creationId xmlns:a16="http://schemas.microsoft.com/office/drawing/2014/main" id="{75A190AA-D7BB-B548-E9AE-08DC22439EE3}"/>
              </a:ext>
            </a:extLst>
          </p:cNvPr>
          <p:cNvGrpSpPr/>
          <p:nvPr/>
        </p:nvGrpSpPr>
        <p:grpSpPr>
          <a:xfrm>
            <a:off x="5784273" y="2390697"/>
            <a:ext cx="654012" cy="820616"/>
            <a:chOff x="5377363" y="1516169"/>
            <a:chExt cx="257357" cy="356627"/>
          </a:xfrm>
        </p:grpSpPr>
        <p:sp>
          <p:nvSpPr>
            <p:cNvPr id="45" name="Google Shape;10296;p64">
              <a:extLst>
                <a:ext uri="{FF2B5EF4-FFF2-40B4-BE49-F238E27FC236}">
                  <a16:creationId xmlns:a16="http://schemas.microsoft.com/office/drawing/2014/main" id="{3494FCB5-9B8B-68F2-5E1F-CE33414D16E1}"/>
                </a:ext>
              </a:extLst>
            </p:cNvPr>
            <p:cNvSpPr/>
            <p:nvPr/>
          </p:nvSpPr>
          <p:spPr>
            <a:xfrm>
              <a:off x="5377363" y="1516169"/>
              <a:ext cx="257357" cy="356627"/>
            </a:xfrm>
            <a:custGeom>
              <a:avLst/>
              <a:gdLst/>
              <a:ahLst/>
              <a:cxnLst/>
              <a:rect l="l" t="t" r="r" b="b"/>
              <a:pathLst>
                <a:path w="8086" h="11205" extrusionOk="0">
                  <a:moveTo>
                    <a:pt x="4073" y="334"/>
                  </a:moveTo>
                  <a:cubicBezTo>
                    <a:pt x="4263" y="334"/>
                    <a:pt x="4430" y="441"/>
                    <a:pt x="4525" y="608"/>
                  </a:cubicBezTo>
                  <a:cubicBezTo>
                    <a:pt x="4561" y="656"/>
                    <a:pt x="4620" y="679"/>
                    <a:pt x="4680" y="679"/>
                  </a:cubicBezTo>
                  <a:lnTo>
                    <a:pt x="5299" y="679"/>
                  </a:lnTo>
                  <a:cubicBezTo>
                    <a:pt x="5406" y="679"/>
                    <a:pt x="5490" y="775"/>
                    <a:pt x="5490" y="870"/>
                  </a:cubicBezTo>
                  <a:lnTo>
                    <a:pt x="5490" y="1406"/>
                  </a:lnTo>
                  <a:lnTo>
                    <a:pt x="2668" y="1406"/>
                  </a:lnTo>
                  <a:lnTo>
                    <a:pt x="2668" y="870"/>
                  </a:lnTo>
                  <a:lnTo>
                    <a:pt x="2644" y="870"/>
                  </a:lnTo>
                  <a:cubicBezTo>
                    <a:pt x="2644" y="775"/>
                    <a:pt x="2727" y="679"/>
                    <a:pt x="2835" y="679"/>
                  </a:cubicBezTo>
                  <a:lnTo>
                    <a:pt x="3454" y="679"/>
                  </a:lnTo>
                  <a:cubicBezTo>
                    <a:pt x="3513" y="679"/>
                    <a:pt x="3573" y="656"/>
                    <a:pt x="3608" y="608"/>
                  </a:cubicBezTo>
                  <a:cubicBezTo>
                    <a:pt x="3716" y="441"/>
                    <a:pt x="3870" y="334"/>
                    <a:pt x="4073" y="334"/>
                  </a:cubicBezTo>
                  <a:close/>
                  <a:moveTo>
                    <a:pt x="7395" y="1037"/>
                  </a:moveTo>
                  <a:cubicBezTo>
                    <a:pt x="7597" y="1037"/>
                    <a:pt x="7764" y="1203"/>
                    <a:pt x="7764" y="1394"/>
                  </a:cubicBezTo>
                  <a:lnTo>
                    <a:pt x="7764" y="10514"/>
                  </a:lnTo>
                  <a:cubicBezTo>
                    <a:pt x="7764" y="10716"/>
                    <a:pt x="7597" y="10871"/>
                    <a:pt x="7395" y="10871"/>
                  </a:cubicBezTo>
                  <a:lnTo>
                    <a:pt x="727" y="10871"/>
                  </a:lnTo>
                  <a:cubicBezTo>
                    <a:pt x="537" y="10871"/>
                    <a:pt x="370" y="10704"/>
                    <a:pt x="370" y="10514"/>
                  </a:cubicBezTo>
                  <a:lnTo>
                    <a:pt x="370" y="1394"/>
                  </a:lnTo>
                  <a:cubicBezTo>
                    <a:pt x="370" y="1203"/>
                    <a:pt x="537" y="1037"/>
                    <a:pt x="727" y="1037"/>
                  </a:cubicBezTo>
                  <a:lnTo>
                    <a:pt x="2323" y="1037"/>
                  </a:lnTo>
                  <a:lnTo>
                    <a:pt x="2323" y="1572"/>
                  </a:lnTo>
                  <a:cubicBezTo>
                    <a:pt x="2323" y="1668"/>
                    <a:pt x="2406" y="1739"/>
                    <a:pt x="2489" y="1739"/>
                  </a:cubicBezTo>
                  <a:lnTo>
                    <a:pt x="5644" y="1739"/>
                  </a:lnTo>
                  <a:cubicBezTo>
                    <a:pt x="5728" y="1739"/>
                    <a:pt x="5811" y="1668"/>
                    <a:pt x="5811" y="1572"/>
                  </a:cubicBezTo>
                  <a:lnTo>
                    <a:pt x="5811" y="1037"/>
                  </a:lnTo>
                  <a:close/>
                  <a:moveTo>
                    <a:pt x="4037" y="1"/>
                  </a:moveTo>
                  <a:cubicBezTo>
                    <a:pt x="3751" y="1"/>
                    <a:pt x="3501" y="132"/>
                    <a:pt x="3335" y="358"/>
                  </a:cubicBezTo>
                  <a:lnTo>
                    <a:pt x="2799" y="358"/>
                  </a:lnTo>
                  <a:cubicBezTo>
                    <a:pt x="2585" y="358"/>
                    <a:pt x="2382" y="501"/>
                    <a:pt x="2311" y="715"/>
                  </a:cubicBezTo>
                  <a:lnTo>
                    <a:pt x="691" y="715"/>
                  </a:lnTo>
                  <a:cubicBezTo>
                    <a:pt x="299" y="715"/>
                    <a:pt x="1" y="1025"/>
                    <a:pt x="1" y="1394"/>
                  </a:cubicBezTo>
                  <a:lnTo>
                    <a:pt x="1" y="10514"/>
                  </a:lnTo>
                  <a:cubicBezTo>
                    <a:pt x="1" y="10907"/>
                    <a:pt x="322" y="11204"/>
                    <a:pt x="691" y="11204"/>
                  </a:cubicBezTo>
                  <a:lnTo>
                    <a:pt x="7359" y="11204"/>
                  </a:lnTo>
                  <a:cubicBezTo>
                    <a:pt x="7740" y="11204"/>
                    <a:pt x="8038" y="10895"/>
                    <a:pt x="8038" y="10514"/>
                  </a:cubicBezTo>
                  <a:lnTo>
                    <a:pt x="8038" y="1394"/>
                  </a:lnTo>
                  <a:cubicBezTo>
                    <a:pt x="8085" y="1025"/>
                    <a:pt x="7776" y="715"/>
                    <a:pt x="7383" y="715"/>
                  </a:cubicBezTo>
                  <a:lnTo>
                    <a:pt x="5763" y="715"/>
                  </a:lnTo>
                  <a:cubicBezTo>
                    <a:pt x="5692" y="501"/>
                    <a:pt x="5490" y="358"/>
                    <a:pt x="5275" y="358"/>
                  </a:cubicBezTo>
                  <a:lnTo>
                    <a:pt x="4740" y="358"/>
                  </a:lnTo>
                  <a:cubicBezTo>
                    <a:pt x="4573" y="132"/>
                    <a:pt x="4323" y="1"/>
                    <a:pt x="4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6" name="Google Shape;10297;p64">
              <a:extLst>
                <a:ext uri="{FF2B5EF4-FFF2-40B4-BE49-F238E27FC236}">
                  <a16:creationId xmlns:a16="http://schemas.microsoft.com/office/drawing/2014/main" id="{4D39675B-5F44-CD59-3D99-B1A897488475}"/>
                </a:ext>
              </a:extLst>
            </p:cNvPr>
            <p:cNvSpPr/>
            <p:nvPr/>
          </p:nvSpPr>
          <p:spPr>
            <a:xfrm>
              <a:off x="5501681" y="1538925"/>
              <a:ext cx="10248" cy="10248"/>
            </a:xfrm>
            <a:custGeom>
              <a:avLst/>
              <a:gdLst/>
              <a:ahLst/>
              <a:cxnLst/>
              <a:rect l="l" t="t" r="r" b="b"/>
              <a:pathLst>
                <a:path w="322" h="322" extrusionOk="0">
                  <a:moveTo>
                    <a:pt x="167" y="0"/>
                  </a:moveTo>
                  <a:cubicBezTo>
                    <a:pt x="72" y="0"/>
                    <a:pt x="0" y="71"/>
                    <a:pt x="0" y="155"/>
                  </a:cubicBezTo>
                  <a:cubicBezTo>
                    <a:pt x="0" y="250"/>
                    <a:pt x="72" y="322"/>
                    <a:pt x="167" y="322"/>
                  </a:cubicBezTo>
                  <a:cubicBezTo>
                    <a:pt x="250" y="322"/>
                    <a:pt x="322" y="250"/>
                    <a:pt x="322" y="155"/>
                  </a:cubicBezTo>
                  <a:cubicBezTo>
                    <a:pt x="322" y="71"/>
                    <a:pt x="250" y="0"/>
                    <a:pt x="1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7" name="Google Shape;10298;p64">
              <a:extLst>
                <a:ext uri="{FF2B5EF4-FFF2-40B4-BE49-F238E27FC236}">
                  <a16:creationId xmlns:a16="http://schemas.microsoft.com/office/drawing/2014/main" id="{96897D1D-55A8-F03F-BA8D-0DBEB9730BCB}"/>
                </a:ext>
              </a:extLst>
            </p:cNvPr>
            <p:cNvSpPr/>
            <p:nvPr/>
          </p:nvSpPr>
          <p:spPr>
            <a:xfrm>
              <a:off x="5401233" y="1560886"/>
              <a:ext cx="211112" cy="278554"/>
            </a:xfrm>
            <a:custGeom>
              <a:avLst/>
              <a:gdLst/>
              <a:ahLst/>
              <a:cxnLst/>
              <a:rect l="l" t="t" r="r" b="b"/>
              <a:pathLst>
                <a:path w="6633" h="8752" extrusionOk="0">
                  <a:moveTo>
                    <a:pt x="156" y="1"/>
                  </a:moveTo>
                  <a:cubicBezTo>
                    <a:pt x="72" y="1"/>
                    <a:pt x="1" y="84"/>
                    <a:pt x="1" y="167"/>
                  </a:cubicBezTo>
                  <a:lnTo>
                    <a:pt x="1" y="8597"/>
                  </a:lnTo>
                  <a:cubicBezTo>
                    <a:pt x="1" y="8680"/>
                    <a:pt x="72" y="8752"/>
                    <a:pt x="156" y="8752"/>
                  </a:cubicBezTo>
                  <a:lnTo>
                    <a:pt x="6466" y="8752"/>
                  </a:lnTo>
                  <a:cubicBezTo>
                    <a:pt x="6561" y="8752"/>
                    <a:pt x="6633" y="8680"/>
                    <a:pt x="6633" y="8597"/>
                  </a:cubicBezTo>
                  <a:lnTo>
                    <a:pt x="6633" y="167"/>
                  </a:lnTo>
                  <a:cubicBezTo>
                    <a:pt x="6633" y="84"/>
                    <a:pt x="6561" y="1"/>
                    <a:pt x="6478" y="1"/>
                  </a:cubicBezTo>
                  <a:lnTo>
                    <a:pt x="5597" y="1"/>
                  </a:lnTo>
                  <a:cubicBezTo>
                    <a:pt x="5502" y="1"/>
                    <a:pt x="5430" y="84"/>
                    <a:pt x="5430" y="167"/>
                  </a:cubicBezTo>
                  <a:cubicBezTo>
                    <a:pt x="5430" y="263"/>
                    <a:pt x="5502" y="334"/>
                    <a:pt x="5597" y="334"/>
                  </a:cubicBezTo>
                  <a:lnTo>
                    <a:pt x="6311" y="334"/>
                  </a:lnTo>
                  <a:lnTo>
                    <a:pt x="6311" y="8430"/>
                  </a:lnTo>
                  <a:lnTo>
                    <a:pt x="322" y="8430"/>
                  </a:lnTo>
                  <a:lnTo>
                    <a:pt x="322" y="334"/>
                  </a:lnTo>
                  <a:lnTo>
                    <a:pt x="1037" y="334"/>
                  </a:lnTo>
                  <a:cubicBezTo>
                    <a:pt x="1132" y="334"/>
                    <a:pt x="1203" y="263"/>
                    <a:pt x="1203" y="167"/>
                  </a:cubicBezTo>
                  <a:cubicBezTo>
                    <a:pt x="1203" y="84"/>
                    <a:pt x="1132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8" name="Google Shape;10299;p64">
              <a:extLst>
                <a:ext uri="{FF2B5EF4-FFF2-40B4-BE49-F238E27FC236}">
                  <a16:creationId xmlns:a16="http://schemas.microsoft.com/office/drawing/2014/main" id="{2C0FD82F-0E8C-F27E-633D-B310708DA8C7}"/>
                </a:ext>
              </a:extLst>
            </p:cNvPr>
            <p:cNvSpPr/>
            <p:nvPr/>
          </p:nvSpPr>
          <p:spPr>
            <a:xfrm>
              <a:off x="5434207" y="1672664"/>
              <a:ext cx="33387" cy="33387"/>
            </a:xfrm>
            <a:custGeom>
              <a:avLst/>
              <a:gdLst/>
              <a:ahLst/>
              <a:cxnLst/>
              <a:rect l="l" t="t" r="r" b="b"/>
              <a:pathLst>
                <a:path w="1049" h="1049" extrusionOk="0">
                  <a:moveTo>
                    <a:pt x="525" y="311"/>
                  </a:moveTo>
                  <a:cubicBezTo>
                    <a:pt x="632" y="311"/>
                    <a:pt x="715" y="406"/>
                    <a:pt x="715" y="513"/>
                  </a:cubicBezTo>
                  <a:cubicBezTo>
                    <a:pt x="703" y="608"/>
                    <a:pt x="632" y="703"/>
                    <a:pt x="525" y="703"/>
                  </a:cubicBezTo>
                  <a:cubicBezTo>
                    <a:pt x="418" y="703"/>
                    <a:pt x="334" y="608"/>
                    <a:pt x="334" y="513"/>
                  </a:cubicBezTo>
                  <a:cubicBezTo>
                    <a:pt x="334" y="406"/>
                    <a:pt x="418" y="311"/>
                    <a:pt x="525" y="311"/>
                  </a:cubicBezTo>
                  <a:close/>
                  <a:moveTo>
                    <a:pt x="525" y="1"/>
                  </a:moveTo>
                  <a:cubicBezTo>
                    <a:pt x="239" y="1"/>
                    <a:pt x="1" y="239"/>
                    <a:pt x="1" y="525"/>
                  </a:cubicBezTo>
                  <a:cubicBezTo>
                    <a:pt x="1" y="811"/>
                    <a:pt x="239" y="1049"/>
                    <a:pt x="525" y="1049"/>
                  </a:cubicBezTo>
                  <a:cubicBezTo>
                    <a:pt x="810" y="1049"/>
                    <a:pt x="1049" y="811"/>
                    <a:pt x="1049" y="525"/>
                  </a:cubicBezTo>
                  <a:cubicBezTo>
                    <a:pt x="1049" y="239"/>
                    <a:pt x="810" y="1"/>
                    <a:pt x="5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49" name="Google Shape;10300;p64">
              <a:extLst>
                <a:ext uri="{FF2B5EF4-FFF2-40B4-BE49-F238E27FC236}">
                  <a16:creationId xmlns:a16="http://schemas.microsoft.com/office/drawing/2014/main" id="{DF2E729A-26D2-BBD6-9B54-1D16276FFCC0}"/>
                </a:ext>
              </a:extLst>
            </p:cNvPr>
            <p:cNvSpPr/>
            <p:nvPr/>
          </p:nvSpPr>
          <p:spPr>
            <a:xfrm>
              <a:off x="5434207" y="1723079"/>
              <a:ext cx="33387" cy="33005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5" y="310"/>
                  </a:moveTo>
                  <a:cubicBezTo>
                    <a:pt x="632" y="310"/>
                    <a:pt x="715" y="405"/>
                    <a:pt x="715" y="501"/>
                  </a:cubicBezTo>
                  <a:cubicBezTo>
                    <a:pt x="703" y="608"/>
                    <a:pt x="632" y="703"/>
                    <a:pt x="525" y="703"/>
                  </a:cubicBezTo>
                  <a:cubicBezTo>
                    <a:pt x="418" y="703"/>
                    <a:pt x="334" y="608"/>
                    <a:pt x="334" y="501"/>
                  </a:cubicBezTo>
                  <a:cubicBezTo>
                    <a:pt x="334" y="405"/>
                    <a:pt x="418" y="310"/>
                    <a:pt x="525" y="310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9"/>
                    <a:pt x="1" y="512"/>
                  </a:cubicBezTo>
                  <a:cubicBezTo>
                    <a:pt x="1" y="798"/>
                    <a:pt x="239" y="1036"/>
                    <a:pt x="525" y="1036"/>
                  </a:cubicBezTo>
                  <a:cubicBezTo>
                    <a:pt x="810" y="1036"/>
                    <a:pt x="1049" y="798"/>
                    <a:pt x="1049" y="512"/>
                  </a:cubicBezTo>
                  <a:cubicBezTo>
                    <a:pt x="1049" y="239"/>
                    <a:pt x="810" y="0"/>
                    <a:pt x="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0" name="Google Shape;10301;p64">
              <a:extLst>
                <a:ext uri="{FF2B5EF4-FFF2-40B4-BE49-F238E27FC236}">
                  <a16:creationId xmlns:a16="http://schemas.microsoft.com/office/drawing/2014/main" id="{7BD7A2E9-AD07-0B8E-787C-92B1AD547B40}"/>
                </a:ext>
              </a:extLst>
            </p:cNvPr>
            <p:cNvSpPr/>
            <p:nvPr/>
          </p:nvSpPr>
          <p:spPr>
            <a:xfrm>
              <a:off x="5434207" y="1773112"/>
              <a:ext cx="33387" cy="33355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5" y="310"/>
                  </a:moveTo>
                  <a:cubicBezTo>
                    <a:pt x="632" y="310"/>
                    <a:pt x="715" y="405"/>
                    <a:pt x="715" y="512"/>
                  </a:cubicBezTo>
                  <a:cubicBezTo>
                    <a:pt x="703" y="619"/>
                    <a:pt x="632" y="703"/>
                    <a:pt x="525" y="703"/>
                  </a:cubicBezTo>
                  <a:cubicBezTo>
                    <a:pt x="418" y="703"/>
                    <a:pt x="334" y="607"/>
                    <a:pt x="334" y="512"/>
                  </a:cubicBezTo>
                  <a:cubicBezTo>
                    <a:pt x="334" y="405"/>
                    <a:pt x="418" y="310"/>
                    <a:pt x="525" y="310"/>
                  </a:cubicBezTo>
                  <a:close/>
                  <a:moveTo>
                    <a:pt x="525" y="0"/>
                  </a:moveTo>
                  <a:cubicBezTo>
                    <a:pt x="239" y="0"/>
                    <a:pt x="1" y="238"/>
                    <a:pt x="1" y="524"/>
                  </a:cubicBezTo>
                  <a:cubicBezTo>
                    <a:pt x="1" y="810"/>
                    <a:pt x="239" y="1048"/>
                    <a:pt x="525" y="1048"/>
                  </a:cubicBezTo>
                  <a:cubicBezTo>
                    <a:pt x="810" y="1048"/>
                    <a:pt x="1049" y="810"/>
                    <a:pt x="1049" y="524"/>
                  </a:cubicBezTo>
                  <a:cubicBezTo>
                    <a:pt x="1025" y="226"/>
                    <a:pt x="810" y="0"/>
                    <a:pt x="5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1" name="Google Shape;10302;p64">
              <a:extLst>
                <a:ext uri="{FF2B5EF4-FFF2-40B4-BE49-F238E27FC236}">
                  <a16:creationId xmlns:a16="http://schemas.microsoft.com/office/drawing/2014/main" id="{70D9DF7C-616B-4D89-E744-04C78B4E461C}"/>
                </a:ext>
              </a:extLst>
            </p:cNvPr>
            <p:cNvSpPr/>
            <p:nvPr/>
          </p:nvSpPr>
          <p:spPr>
            <a:xfrm>
              <a:off x="5478924" y="1672664"/>
              <a:ext cx="60663" cy="10662"/>
            </a:xfrm>
            <a:custGeom>
              <a:avLst/>
              <a:gdLst/>
              <a:ahLst/>
              <a:cxnLst/>
              <a:rect l="l" t="t" r="r" b="b"/>
              <a:pathLst>
                <a:path w="1906" h="335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39" y="334"/>
                  </a:lnTo>
                  <a:cubicBezTo>
                    <a:pt x="1822" y="334"/>
                    <a:pt x="1906" y="263"/>
                    <a:pt x="1906" y="168"/>
                  </a:cubicBezTo>
                  <a:cubicBezTo>
                    <a:pt x="1906" y="84"/>
                    <a:pt x="1846" y="1"/>
                    <a:pt x="1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2" name="Google Shape;10303;p64">
              <a:extLst>
                <a:ext uri="{FF2B5EF4-FFF2-40B4-BE49-F238E27FC236}">
                  <a16:creationId xmlns:a16="http://schemas.microsoft.com/office/drawing/2014/main" id="{0DEFC940-0954-362A-78D2-3A9FEE454AFF}"/>
                </a:ext>
              </a:extLst>
            </p:cNvPr>
            <p:cNvSpPr/>
            <p:nvPr/>
          </p:nvSpPr>
          <p:spPr>
            <a:xfrm>
              <a:off x="5478924" y="1695039"/>
              <a:ext cx="99716" cy="10630"/>
            </a:xfrm>
            <a:custGeom>
              <a:avLst/>
              <a:gdLst/>
              <a:ahLst/>
              <a:cxnLst/>
              <a:rect l="l" t="t" r="r" b="b"/>
              <a:pathLst>
                <a:path w="3133" h="334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0"/>
                    <a:pt x="3132" y="167"/>
                  </a:cubicBezTo>
                  <a:cubicBezTo>
                    <a:pt x="3132" y="72"/>
                    <a:pt x="3061" y="0"/>
                    <a:pt x="297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3" name="Google Shape;10304;p64">
              <a:extLst>
                <a:ext uri="{FF2B5EF4-FFF2-40B4-BE49-F238E27FC236}">
                  <a16:creationId xmlns:a16="http://schemas.microsoft.com/office/drawing/2014/main" id="{CC0781F3-155C-31AF-33E1-CD719FD2D6E1}"/>
                </a:ext>
              </a:extLst>
            </p:cNvPr>
            <p:cNvSpPr/>
            <p:nvPr/>
          </p:nvSpPr>
          <p:spPr>
            <a:xfrm>
              <a:off x="5478924" y="1723079"/>
              <a:ext cx="60663" cy="10248"/>
            </a:xfrm>
            <a:custGeom>
              <a:avLst/>
              <a:gdLst/>
              <a:ahLst/>
              <a:cxnLst/>
              <a:rect l="l" t="t" r="r" b="b"/>
              <a:pathLst>
                <a:path w="1906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39" y="322"/>
                  </a:lnTo>
                  <a:cubicBezTo>
                    <a:pt x="1822" y="322"/>
                    <a:pt x="1906" y="251"/>
                    <a:pt x="1906" y="167"/>
                  </a:cubicBezTo>
                  <a:cubicBezTo>
                    <a:pt x="1906" y="72"/>
                    <a:pt x="1846" y="0"/>
                    <a:pt x="1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4" name="Google Shape;10305;p64">
              <a:extLst>
                <a:ext uri="{FF2B5EF4-FFF2-40B4-BE49-F238E27FC236}">
                  <a16:creationId xmlns:a16="http://schemas.microsoft.com/office/drawing/2014/main" id="{F5AD2654-BAFF-8434-E837-85AFCA4C4C4D}"/>
                </a:ext>
              </a:extLst>
            </p:cNvPr>
            <p:cNvSpPr/>
            <p:nvPr/>
          </p:nvSpPr>
          <p:spPr>
            <a:xfrm>
              <a:off x="5478924" y="1745422"/>
              <a:ext cx="99716" cy="10280"/>
            </a:xfrm>
            <a:custGeom>
              <a:avLst/>
              <a:gdLst/>
              <a:ahLst/>
              <a:cxnLst/>
              <a:rect l="l" t="t" r="r" b="b"/>
              <a:pathLst>
                <a:path w="3133" h="323" extrusionOk="0">
                  <a:moveTo>
                    <a:pt x="156" y="1"/>
                  </a:moveTo>
                  <a:cubicBezTo>
                    <a:pt x="72" y="1"/>
                    <a:pt x="1" y="72"/>
                    <a:pt x="1" y="156"/>
                  </a:cubicBezTo>
                  <a:cubicBezTo>
                    <a:pt x="1" y="251"/>
                    <a:pt x="72" y="322"/>
                    <a:pt x="156" y="322"/>
                  </a:cubicBezTo>
                  <a:lnTo>
                    <a:pt x="2977" y="322"/>
                  </a:lnTo>
                  <a:cubicBezTo>
                    <a:pt x="3061" y="322"/>
                    <a:pt x="3132" y="251"/>
                    <a:pt x="3132" y="156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5" name="Google Shape;10306;p64">
              <a:extLst>
                <a:ext uri="{FF2B5EF4-FFF2-40B4-BE49-F238E27FC236}">
                  <a16:creationId xmlns:a16="http://schemas.microsoft.com/office/drawing/2014/main" id="{9555392C-4EA4-536D-598E-348B70FA3BAF}"/>
                </a:ext>
              </a:extLst>
            </p:cNvPr>
            <p:cNvSpPr/>
            <p:nvPr/>
          </p:nvSpPr>
          <p:spPr>
            <a:xfrm>
              <a:off x="5478924" y="1773112"/>
              <a:ext cx="60663" cy="10630"/>
            </a:xfrm>
            <a:custGeom>
              <a:avLst/>
              <a:gdLst/>
              <a:ahLst/>
              <a:cxnLst/>
              <a:rect l="l" t="t" r="r" b="b"/>
              <a:pathLst>
                <a:path w="1906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39" y="333"/>
                  </a:lnTo>
                  <a:cubicBezTo>
                    <a:pt x="1822" y="333"/>
                    <a:pt x="1906" y="262"/>
                    <a:pt x="1906" y="167"/>
                  </a:cubicBezTo>
                  <a:cubicBezTo>
                    <a:pt x="1906" y="83"/>
                    <a:pt x="1846" y="0"/>
                    <a:pt x="17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6" name="Google Shape;10307;p64">
              <a:extLst>
                <a:ext uri="{FF2B5EF4-FFF2-40B4-BE49-F238E27FC236}">
                  <a16:creationId xmlns:a16="http://schemas.microsoft.com/office/drawing/2014/main" id="{CEBD6446-A230-A0B7-B391-D086CE15B1BE}"/>
                </a:ext>
              </a:extLst>
            </p:cNvPr>
            <p:cNvSpPr/>
            <p:nvPr/>
          </p:nvSpPr>
          <p:spPr>
            <a:xfrm>
              <a:off x="5478924" y="1795455"/>
              <a:ext cx="99716" cy="10630"/>
            </a:xfrm>
            <a:custGeom>
              <a:avLst/>
              <a:gdLst/>
              <a:ahLst/>
              <a:cxnLst/>
              <a:rect l="l" t="t" r="r" b="b"/>
              <a:pathLst>
                <a:path w="3133" h="334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1"/>
                    <a:pt x="3132" y="167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7" name="Google Shape;10308;p64">
              <a:extLst>
                <a:ext uri="{FF2B5EF4-FFF2-40B4-BE49-F238E27FC236}">
                  <a16:creationId xmlns:a16="http://schemas.microsoft.com/office/drawing/2014/main" id="{A4B17252-2211-1D34-B85E-09A3A25683C9}"/>
                </a:ext>
              </a:extLst>
            </p:cNvPr>
            <p:cNvSpPr/>
            <p:nvPr/>
          </p:nvSpPr>
          <p:spPr>
            <a:xfrm>
              <a:off x="5478924" y="1588926"/>
              <a:ext cx="99716" cy="10662"/>
            </a:xfrm>
            <a:custGeom>
              <a:avLst/>
              <a:gdLst/>
              <a:ahLst/>
              <a:cxnLst/>
              <a:rect l="l" t="t" r="r" b="b"/>
              <a:pathLst>
                <a:path w="3133" h="335" extrusionOk="0">
                  <a:moveTo>
                    <a:pt x="156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56" y="334"/>
                  </a:cubicBezTo>
                  <a:lnTo>
                    <a:pt x="2977" y="334"/>
                  </a:lnTo>
                  <a:cubicBezTo>
                    <a:pt x="3061" y="334"/>
                    <a:pt x="3132" y="251"/>
                    <a:pt x="3132" y="167"/>
                  </a:cubicBezTo>
                  <a:cubicBezTo>
                    <a:pt x="3132" y="72"/>
                    <a:pt x="3061" y="1"/>
                    <a:pt x="297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8" name="Google Shape;10309;p64">
              <a:extLst>
                <a:ext uri="{FF2B5EF4-FFF2-40B4-BE49-F238E27FC236}">
                  <a16:creationId xmlns:a16="http://schemas.microsoft.com/office/drawing/2014/main" id="{5AE09CE2-A083-FECC-A510-4D5989671FF2}"/>
                </a:ext>
              </a:extLst>
            </p:cNvPr>
            <p:cNvSpPr/>
            <p:nvPr/>
          </p:nvSpPr>
          <p:spPr>
            <a:xfrm>
              <a:off x="5434207" y="1639341"/>
              <a:ext cx="144783" cy="10248"/>
            </a:xfrm>
            <a:custGeom>
              <a:avLst/>
              <a:gdLst/>
              <a:ahLst/>
              <a:cxnLst/>
              <a:rect l="l" t="t" r="r" b="b"/>
              <a:pathLst>
                <a:path w="4549" h="322" extrusionOk="0">
                  <a:moveTo>
                    <a:pt x="167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7" y="322"/>
                  </a:cubicBezTo>
                  <a:lnTo>
                    <a:pt x="4382" y="322"/>
                  </a:lnTo>
                  <a:cubicBezTo>
                    <a:pt x="4466" y="322"/>
                    <a:pt x="4537" y="250"/>
                    <a:pt x="4537" y="155"/>
                  </a:cubicBezTo>
                  <a:cubicBezTo>
                    <a:pt x="4549" y="72"/>
                    <a:pt x="4466" y="0"/>
                    <a:pt x="438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59" name="Google Shape;10310;p64">
              <a:extLst>
                <a:ext uri="{FF2B5EF4-FFF2-40B4-BE49-F238E27FC236}">
                  <a16:creationId xmlns:a16="http://schemas.microsoft.com/office/drawing/2014/main" id="{040828C0-D254-9A9F-52E8-7D2A2B5457A7}"/>
                </a:ext>
              </a:extLst>
            </p:cNvPr>
            <p:cNvSpPr/>
            <p:nvPr/>
          </p:nvSpPr>
          <p:spPr>
            <a:xfrm>
              <a:off x="5479306" y="1611301"/>
              <a:ext cx="26926" cy="10248"/>
            </a:xfrm>
            <a:custGeom>
              <a:avLst/>
              <a:gdLst/>
              <a:ahLst/>
              <a:cxnLst/>
              <a:rect l="l" t="t" r="r" b="b"/>
              <a:pathLst>
                <a:path w="846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691" y="322"/>
                  </a:lnTo>
                  <a:cubicBezTo>
                    <a:pt x="775" y="322"/>
                    <a:pt x="846" y="250"/>
                    <a:pt x="846" y="167"/>
                  </a:cubicBezTo>
                  <a:cubicBezTo>
                    <a:pt x="846" y="72"/>
                    <a:pt x="775" y="0"/>
                    <a:pt x="6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0" name="Google Shape;10311;p64">
              <a:extLst>
                <a:ext uri="{FF2B5EF4-FFF2-40B4-BE49-F238E27FC236}">
                  <a16:creationId xmlns:a16="http://schemas.microsoft.com/office/drawing/2014/main" id="{3C08930A-70D4-EC56-9C2B-877457AFE426}"/>
                </a:ext>
              </a:extLst>
            </p:cNvPr>
            <p:cNvSpPr/>
            <p:nvPr/>
          </p:nvSpPr>
          <p:spPr>
            <a:xfrm>
              <a:off x="5518327" y="1611301"/>
              <a:ext cx="26958" cy="10248"/>
            </a:xfrm>
            <a:custGeom>
              <a:avLst/>
              <a:gdLst/>
              <a:ahLst/>
              <a:cxnLst/>
              <a:rect l="l" t="t" r="r" b="b"/>
              <a:pathLst>
                <a:path w="847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680" y="322"/>
                  </a:lnTo>
                  <a:cubicBezTo>
                    <a:pt x="763" y="322"/>
                    <a:pt x="846" y="250"/>
                    <a:pt x="846" y="167"/>
                  </a:cubicBezTo>
                  <a:cubicBezTo>
                    <a:pt x="846" y="72"/>
                    <a:pt x="763" y="0"/>
                    <a:pt x="68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1" name="Google Shape;10312;p64">
              <a:extLst>
                <a:ext uri="{FF2B5EF4-FFF2-40B4-BE49-F238E27FC236}">
                  <a16:creationId xmlns:a16="http://schemas.microsoft.com/office/drawing/2014/main" id="{F76C8C24-BA6E-C748-21FF-5B54511693A7}"/>
                </a:ext>
              </a:extLst>
            </p:cNvPr>
            <p:cNvSpPr/>
            <p:nvPr/>
          </p:nvSpPr>
          <p:spPr>
            <a:xfrm>
              <a:off x="5434207" y="1588926"/>
              <a:ext cx="32623" cy="32623"/>
            </a:xfrm>
            <a:custGeom>
              <a:avLst/>
              <a:gdLst/>
              <a:ahLst/>
              <a:cxnLst/>
              <a:rect l="l" t="t" r="r" b="b"/>
              <a:pathLst>
                <a:path w="1025" h="1025" extrusionOk="0">
                  <a:moveTo>
                    <a:pt x="703" y="334"/>
                  </a:moveTo>
                  <a:lnTo>
                    <a:pt x="703" y="703"/>
                  </a:lnTo>
                  <a:lnTo>
                    <a:pt x="334" y="703"/>
                  </a:lnTo>
                  <a:lnTo>
                    <a:pt x="334" y="334"/>
                  </a:lnTo>
                  <a:close/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870"/>
                  </a:lnTo>
                  <a:cubicBezTo>
                    <a:pt x="1" y="953"/>
                    <a:pt x="84" y="1025"/>
                    <a:pt x="167" y="1025"/>
                  </a:cubicBezTo>
                  <a:lnTo>
                    <a:pt x="870" y="1025"/>
                  </a:lnTo>
                  <a:cubicBezTo>
                    <a:pt x="953" y="1025"/>
                    <a:pt x="1025" y="953"/>
                    <a:pt x="1025" y="870"/>
                  </a:cubicBezTo>
                  <a:lnTo>
                    <a:pt x="1025" y="167"/>
                  </a:lnTo>
                  <a:cubicBezTo>
                    <a:pt x="1025" y="72"/>
                    <a:pt x="953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grpSp>
        <p:nvGrpSpPr>
          <p:cNvPr id="62" name="Google Shape;10744;p64">
            <a:extLst>
              <a:ext uri="{FF2B5EF4-FFF2-40B4-BE49-F238E27FC236}">
                <a16:creationId xmlns:a16="http://schemas.microsoft.com/office/drawing/2014/main" id="{03A45A5E-11DB-DBD4-F81C-83E596989E59}"/>
              </a:ext>
            </a:extLst>
          </p:cNvPr>
          <p:cNvGrpSpPr/>
          <p:nvPr/>
        </p:nvGrpSpPr>
        <p:grpSpPr>
          <a:xfrm>
            <a:off x="5742301" y="696560"/>
            <a:ext cx="800398" cy="676828"/>
            <a:chOff x="7108015" y="3396505"/>
            <a:chExt cx="344883" cy="290299"/>
          </a:xfrm>
        </p:grpSpPr>
        <p:sp>
          <p:nvSpPr>
            <p:cNvPr id="63" name="Google Shape;10745;p64">
              <a:extLst>
                <a:ext uri="{FF2B5EF4-FFF2-40B4-BE49-F238E27FC236}">
                  <a16:creationId xmlns:a16="http://schemas.microsoft.com/office/drawing/2014/main" id="{DC069721-0DC8-16CD-4A23-48B813CC5909}"/>
                </a:ext>
              </a:extLst>
            </p:cNvPr>
            <p:cNvSpPr/>
            <p:nvPr/>
          </p:nvSpPr>
          <p:spPr>
            <a:xfrm>
              <a:off x="7108015" y="3396505"/>
              <a:ext cx="344883" cy="290299"/>
            </a:xfrm>
            <a:custGeom>
              <a:avLst/>
              <a:gdLst/>
              <a:ahLst/>
              <a:cxnLst/>
              <a:rect l="l" t="t" r="r" b="b"/>
              <a:pathLst>
                <a:path w="10836" h="9121" extrusionOk="0">
                  <a:moveTo>
                    <a:pt x="4585" y="310"/>
                  </a:moveTo>
                  <a:cubicBezTo>
                    <a:pt x="4716" y="310"/>
                    <a:pt x="4847" y="369"/>
                    <a:pt x="4954" y="465"/>
                  </a:cubicBezTo>
                  <a:lnTo>
                    <a:pt x="5501" y="1012"/>
                  </a:lnTo>
                  <a:lnTo>
                    <a:pt x="4799" y="1012"/>
                  </a:lnTo>
                  <a:cubicBezTo>
                    <a:pt x="4716" y="1012"/>
                    <a:pt x="4620" y="977"/>
                    <a:pt x="4549" y="905"/>
                  </a:cubicBezTo>
                  <a:lnTo>
                    <a:pt x="3954" y="310"/>
                  </a:lnTo>
                  <a:close/>
                  <a:moveTo>
                    <a:pt x="5835" y="286"/>
                  </a:moveTo>
                  <a:cubicBezTo>
                    <a:pt x="5966" y="286"/>
                    <a:pt x="6097" y="346"/>
                    <a:pt x="6204" y="429"/>
                  </a:cubicBezTo>
                  <a:lnTo>
                    <a:pt x="6752" y="977"/>
                  </a:lnTo>
                  <a:lnTo>
                    <a:pt x="6632" y="977"/>
                  </a:lnTo>
                  <a:cubicBezTo>
                    <a:pt x="6549" y="977"/>
                    <a:pt x="6466" y="1060"/>
                    <a:pt x="6466" y="1143"/>
                  </a:cubicBezTo>
                  <a:cubicBezTo>
                    <a:pt x="6466" y="1239"/>
                    <a:pt x="6549" y="1310"/>
                    <a:pt x="6632" y="1310"/>
                  </a:cubicBezTo>
                  <a:lnTo>
                    <a:pt x="10192" y="1310"/>
                  </a:lnTo>
                  <a:cubicBezTo>
                    <a:pt x="10383" y="1310"/>
                    <a:pt x="10550" y="1477"/>
                    <a:pt x="10550" y="1667"/>
                  </a:cubicBezTo>
                  <a:lnTo>
                    <a:pt x="10550" y="8454"/>
                  </a:lnTo>
                  <a:lnTo>
                    <a:pt x="10514" y="8454"/>
                  </a:lnTo>
                  <a:cubicBezTo>
                    <a:pt x="10514" y="8644"/>
                    <a:pt x="10359" y="8811"/>
                    <a:pt x="10157" y="8811"/>
                  </a:cubicBezTo>
                  <a:lnTo>
                    <a:pt x="667" y="8811"/>
                  </a:lnTo>
                  <a:cubicBezTo>
                    <a:pt x="477" y="8811"/>
                    <a:pt x="310" y="8644"/>
                    <a:pt x="310" y="8454"/>
                  </a:cubicBezTo>
                  <a:lnTo>
                    <a:pt x="310" y="655"/>
                  </a:lnTo>
                  <a:cubicBezTo>
                    <a:pt x="310" y="465"/>
                    <a:pt x="465" y="298"/>
                    <a:pt x="667" y="298"/>
                  </a:cubicBezTo>
                  <a:lnTo>
                    <a:pt x="3275" y="298"/>
                  </a:lnTo>
                  <a:cubicBezTo>
                    <a:pt x="3406" y="298"/>
                    <a:pt x="3537" y="358"/>
                    <a:pt x="3644" y="453"/>
                  </a:cubicBezTo>
                  <a:lnTo>
                    <a:pt x="4311" y="1120"/>
                  </a:lnTo>
                  <a:cubicBezTo>
                    <a:pt x="4430" y="1239"/>
                    <a:pt x="4608" y="1310"/>
                    <a:pt x="4787" y="1310"/>
                  </a:cubicBezTo>
                  <a:lnTo>
                    <a:pt x="5870" y="1310"/>
                  </a:lnTo>
                  <a:cubicBezTo>
                    <a:pt x="5930" y="1310"/>
                    <a:pt x="5990" y="1262"/>
                    <a:pt x="6025" y="1203"/>
                  </a:cubicBezTo>
                  <a:cubicBezTo>
                    <a:pt x="6049" y="1143"/>
                    <a:pt x="6037" y="1072"/>
                    <a:pt x="5990" y="1024"/>
                  </a:cubicBezTo>
                  <a:lnTo>
                    <a:pt x="5251" y="286"/>
                  </a:lnTo>
                  <a:close/>
                  <a:moveTo>
                    <a:pt x="667" y="0"/>
                  </a:moveTo>
                  <a:cubicBezTo>
                    <a:pt x="298" y="0"/>
                    <a:pt x="1" y="298"/>
                    <a:pt x="1" y="667"/>
                  </a:cubicBezTo>
                  <a:lnTo>
                    <a:pt x="1" y="8454"/>
                  </a:lnTo>
                  <a:cubicBezTo>
                    <a:pt x="1" y="8823"/>
                    <a:pt x="298" y="9121"/>
                    <a:pt x="667" y="9121"/>
                  </a:cubicBezTo>
                  <a:lnTo>
                    <a:pt x="10157" y="9121"/>
                  </a:lnTo>
                  <a:cubicBezTo>
                    <a:pt x="10538" y="9121"/>
                    <a:pt x="10835" y="8823"/>
                    <a:pt x="10835" y="8454"/>
                  </a:cubicBezTo>
                  <a:lnTo>
                    <a:pt x="10835" y="1679"/>
                  </a:lnTo>
                  <a:cubicBezTo>
                    <a:pt x="10835" y="1310"/>
                    <a:pt x="10538" y="1012"/>
                    <a:pt x="10157" y="1012"/>
                  </a:cubicBezTo>
                  <a:lnTo>
                    <a:pt x="7168" y="1012"/>
                  </a:lnTo>
                  <a:lnTo>
                    <a:pt x="6394" y="238"/>
                  </a:lnTo>
                  <a:cubicBezTo>
                    <a:pt x="6228" y="72"/>
                    <a:pt x="6025" y="0"/>
                    <a:pt x="579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4" name="Google Shape;10746;p64">
              <a:extLst>
                <a:ext uri="{FF2B5EF4-FFF2-40B4-BE49-F238E27FC236}">
                  <a16:creationId xmlns:a16="http://schemas.microsoft.com/office/drawing/2014/main" id="{D473B561-0EDB-F49B-4393-06E785A35731}"/>
                </a:ext>
              </a:extLst>
            </p:cNvPr>
            <p:cNvSpPr/>
            <p:nvPr/>
          </p:nvSpPr>
          <p:spPr>
            <a:xfrm>
              <a:off x="7211104" y="3487819"/>
              <a:ext cx="139468" cy="139500"/>
            </a:xfrm>
            <a:custGeom>
              <a:avLst/>
              <a:gdLst/>
              <a:ahLst/>
              <a:cxnLst/>
              <a:rect l="l" t="t" r="r" b="b"/>
              <a:pathLst>
                <a:path w="4382" h="4383" extrusionOk="0">
                  <a:moveTo>
                    <a:pt x="2370" y="1168"/>
                  </a:moveTo>
                  <a:cubicBezTo>
                    <a:pt x="2560" y="1168"/>
                    <a:pt x="2727" y="1334"/>
                    <a:pt x="2727" y="1525"/>
                  </a:cubicBezTo>
                  <a:lnTo>
                    <a:pt x="2727" y="1870"/>
                  </a:lnTo>
                  <a:cubicBezTo>
                    <a:pt x="2691" y="2144"/>
                    <a:pt x="2477" y="2382"/>
                    <a:pt x="2191" y="2382"/>
                  </a:cubicBezTo>
                  <a:cubicBezTo>
                    <a:pt x="1905" y="2382"/>
                    <a:pt x="1667" y="2144"/>
                    <a:pt x="1667" y="1870"/>
                  </a:cubicBezTo>
                  <a:lnTo>
                    <a:pt x="1667" y="1525"/>
                  </a:lnTo>
                  <a:cubicBezTo>
                    <a:pt x="1667" y="1334"/>
                    <a:pt x="1834" y="1168"/>
                    <a:pt x="2024" y="1168"/>
                  </a:cubicBezTo>
                  <a:close/>
                  <a:moveTo>
                    <a:pt x="2334" y="2680"/>
                  </a:moveTo>
                  <a:lnTo>
                    <a:pt x="2334" y="2775"/>
                  </a:lnTo>
                  <a:cubicBezTo>
                    <a:pt x="2370" y="2834"/>
                    <a:pt x="2381" y="2894"/>
                    <a:pt x="2417" y="2942"/>
                  </a:cubicBezTo>
                  <a:lnTo>
                    <a:pt x="2191" y="3156"/>
                  </a:lnTo>
                  <a:lnTo>
                    <a:pt x="2155" y="3156"/>
                  </a:lnTo>
                  <a:lnTo>
                    <a:pt x="1941" y="2942"/>
                  </a:lnTo>
                  <a:cubicBezTo>
                    <a:pt x="1965" y="2894"/>
                    <a:pt x="1977" y="2834"/>
                    <a:pt x="1977" y="2775"/>
                  </a:cubicBezTo>
                  <a:lnTo>
                    <a:pt x="1977" y="2680"/>
                  </a:lnTo>
                  <a:cubicBezTo>
                    <a:pt x="2036" y="2703"/>
                    <a:pt x="2096" y="2703"/>
                    <a:pt x="2155" y="2703"/>
                  </a:cubicBezTo>
                  <a:cubicBezTo>
                    <a:pt x="2215" y="2703"/>
                    <a:pt x="2274" y="2703"/>
                    <a:pt x="2334" y="2680"/>
                  </a:cubicBezTo>
                  <a:close/>
                  <a:moveTo>
                    <a:pt x="2203" y="334"/>
                  </a:moveTo>
                  <a:cubicBezTo>
                    <a:pt x="3227" y="334"/>
                    <a:pt x="4072" y="1179"/>
                    <a:pt x="4072" y="2203"/>
                  </a:cubicBezTo>
                  <a:cubicBezTo>
                    <a:pt x="4060" y="2787"/>
                    <a:pt x="3786" y="3311"/>
                    <a:pt x="3370" y="3668"/>
                  </a:cubicBezTo>
                  <a:lnTo>
                    <a:pt x="3370" y="3430"/>
                  </a:lnTo>
                  <a:cubicBezTo>
                    <a:pt x="3370" y="3239"/>
                    <a:pt x="3263" y="3073"/>
                    <a:pt x="3096" y="2977"/>
                  </a:cubicBezTo>
                  <a:lnTo>
                    <a:pt x="2691" y="2787"/>
                  </a:lnTo>
                  <a:lnTo>
                    <a:pt x="2691" y="2775"/>
                  </a:lnTo>
                  <a:lnTo>
                    <a:pt x="2691" y="2537"/>
                  </a:lnTo>
                  <a:cubicBezTo>
                    <a:pt x="2905" y="2382"/>
                    <a:pt x="3036" y="2132"/>
                    <a:pt x="3036" y="1870"/>
                  </a:cubicBezTo>
                  <a:lnTo>
                    <a:pt x="3036" y="1525"/>
                  </a:lnTo>
                  <a:cubicBezTo>
                    <a:pt x="3036" y="1156"/>
                    <a:pt x="2739" y="858"/>
                    <a:pt x="2370" y="858"/>
                  </a:cubicBezTo>
                  <a:lnTo>
                    <a:pt x="2024" y="858"/>
                  </a:lnTo>
                  <a:cubicBezTo>
                    <a:pt x="1655" y="858"/>
                    <a:pt x="1358" y="1156"/>
                    <a:pt x="1358" y="1525"/>
                  </a:cubicBezTo>
                  <a:lnTo>
                    <a:pt x="1358" y="1870"/>
                  </a:lnTo>
                  <a:cubicBezTo>
                    <a:pt x="1358" y="2132"/>
                    <a:pt x="1488" y="2382"/>
                    <a:pt x="1703" y="2537"/>
                  </a:cubicBezTo>
                  <a:lnTo>
                    <a:pt x="1703" y="2775"/>
                  </a:lnTo>
                  <a:lnTo>
                    <a:pt x="1703" y="2787"/>
                  </a:lnTo>
                  <a:lnTo>
                    <a:pt x="1298" y="2977"/>
                  </a:lnTo>
                  <a:cubicBezTo>
                    <a:pt x="1131" y="3073"/>
                    <a:pt x="1024" y="3239"/>
                    <a:pt x="1024" y="3430"/>
                  </a:cubicBezTo>
                  <a:lnTo>
                    <a:pt x="1024" y="3668"/>
                  </a:lnTo>
                  <a:cubicBezTo>
                    <a:pt x="596" y="3323"/>
                    <a:pt x="334" y="2799"/>
                    <a:pt x="334" y="2203"/>
                  </a:cubicBezTo>
                  <a:cubicBezTo>
                    <a:pt x="334" y="1179"/>
                    <a:pt x="1179" y="334"/>
                    <a:pt x="2203" y="334"/>
                  </a:cubicBezTo>
                  <a:close/>
                  <a:moveTo>
                    <a:pt x="2667" y="3120"/>
                  </a:moveTo>
                  <a:lnTo>
                    <a:pt x="2929" y="3251"/>
                  </a:lnTo>
                  <a:cubicBezTo>
                    <a:pt x="2989" y="3275"/>
                    <a:pt x="3036" y="3335"/>
                    <a:pt x="3036" y="3418"/>
                  </a:cubicBezTo>
                  <a:lnTo>
                    <a:pt x="3036" y="3858"/>
                  </a:lnTo>
                  <a:cubicBezTo>
                    <a:pt x="2786" y="3989"/>
                    <a:pt x="2489" y="4073"/>
                    <a:pt x="2179" y="4073"/>
                  </a:cubicBezTo>
                  <a:cubicBezTo>
                    <a:pt x="1858" y="4073"/>
                    <a:pt x="1584" y="3989"/>
                    <a:pt x="1310" y="3858"/>
                  </a:cubicBezTo>
                  <a:lnTo>
                    <a:pt x="1310" y="3418"/>
                  </a:lnTo>
                  <a:cubicBezTo>
                    <a:pt x="1310" y="3335"/>
                    <a:pt x="1358" y="3275"/>
                    <a:pt x="1417" y="3251"/>
                  </a:cubicBezTo>
                  <a:lnTo>
                    <a:pt x="1679" y="3120"/>
                  </a:lnTo>
                  <a:lnTo>
                    <a:pt x="1941" y="3370"/>
                  </a:lnTo>
                  <a:cubicBezTo>
                    <a:pt x="2000" y="3430"/>
                    <a:pt x="2084" y="3454"/>
                    <a:pt x="2179" y="3454"/>
                  </a:cubicBezTo>
                  <a:cubicBezTo>
                    <a:pt x="2262" y="3454"/>
                    <a:pt x="2334" y="3430"/>
                    <a:pt x="2417" y="3370"/>
                  </a:cubicBezTo>
                  <a:lnTo>
                    <a:pt x="2667" y="3120"/>
                  </a:lnTo>
                  <a:close/>
                  <a:moveTo>
                    <a:pt x="2191" y="1"/>
                  </a:moveTo>
                  <a:cubicBezTo>
                    <a:pt x="988" y="1"/>
                    <a:pt x="0" y="989"/>
                    <a:pt x="0" y="2192"/>
                  </a:cubicBezTo>
                  <a:cubicBezTo>
                    <a:pt x="0" y="3394"/>
                    <a:pt x="988" y="4382"/>
                    <a:pt x="2191" y="4382"/>
                  </a:cubicBezTo>
                  <a:cubicBezTo>
                    <a:pt x="3393" y="4382"/>
                    <a:pt x="4382" y="3394"/>
                    <a:pt x="4382" y="2192"/>
                  </a:cubicBezTo>
                  <a:cubicBezTo>
                    <a:pt x="4382" y="989"/>
                    <a:pt x="3393" y="1"/>
                    <a:pt x="219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5" name="Google Shape;10747;p64">
              <a:extLst>
                <a:ext uri="{FF2B5EF4-FFF2-40B4-BE49-F238E27FC236}">
                  <a16:creationId xmlns:a16="http://schemas.microsoft.com/office/drawing/2014/main" id="{5027CD41-CCDA-3618-D6CA-A4129DDA2148}"/>
                </a:ext>
              </a:extLst>
            </p:cNvPr>
            <p:cNvSpPr/>
            <p:nvPr/>
          </p:nvSpPr>
          <p:spPr>
            <a:xfrm>
              <a:off x="7180009" y="3466271"/>
              <a:ext cx="159201" cy="149685"/>
            </a:xfrm>
            <a:custGeom>
              <a:avLst/>
              <a:gdLst/>
              <a:ahLst/>
              <a:cxnLst/>
              <a:rect l="l" t="t" r="r" b="b"/>
              <a:pathLst>
                <a:path w="5002" h="4703" extrusionOk="0">
                  <a:moveTo>
                    <a:pt x="3163" y="1"/>
                  </a:moveTo>
                  <a:cubicBezTo>
                    <a:pt x="2425" y="1"/>
                    <a:pt x="1690" y="286"/>
                    <a:pt x="1132" y="844"/>
                  </a:cubicBezTo>
                  <a:cubicBezTo>
                    <a:pt x="96" y="1868"/>
                    <a:pt x="1" y="3500"/>
                    <a:pt x="894" y="4643"/>
                  </a:cubicBezTo>
                  <a:cubicBezTo>
                    <a:pt x="918" y="4690"/>
                    <a:pt x="965" y="4702"/>
                    <a:pt x="1013" y="4702"/>
                  </a:cubicBezTo>
                  <a:cubicBezTo>
                    <a:pt x="1037" y="4702"/>
                    <a:pt x="1084" y="4690"/>
                    <a:pt x="1108" y="4666"/>
                  </a:cubicBezTo>
                  <a:cubicBezTo>
                    <a:pt x="1192" y="4607"/>
                    <a:pt x="1192" y="4523"/>
                    <a:pt x="1144" y="4452"/>
                  </a:cubicBezTo>
                  <a:cubicBezTo>
                    <a:pt x="358" y="3440"/>
                    <a:pt x="441" y="1987"/>
                    <a:pt x="1346" y="1083"/>
                  </a:cubicBezTo>
                  <a:cubicBezTo>
                    <a:pt x="1845" y="591"/>
                    <a:pt x="2498" y="338"/>
                    <a:pt x="3153" y="338"/>
                  </a:cubicBezTo>
                  <a:cubicBezTo>
                    <a:pt x="3703" y="338"/>
                    <a:pt x="4254" y="516"/>
                    <a:pt x="4716" y="880"/>
                  </a:cubicBezTo>
                  <a:cubicBezTo>
                    <a:pt x="4744" y="903"/>
                    <a:pt x="4775" y="914"/>
                    <a:pt x="4807" y="914"/>
                  </a:cubicBezTo>
                  <a:cubicBezTo>
                    <a:pt x="4856" y="914"/>
                    <a:pt x="4906" y="888"/>
                    <a:pt x="4942" y="844"/>
                  </a:cubicBezTo>
                  <a:cubicBezTo>
                    <a:pt x="5002" y="773"/>
                    <a:pt x="4978" y="666"/>
                    <a:pt x="4918" y="606"/>
                  </a:cubicBezTo>
                  <a:cubicBezTo>
                    <a:pt x="4398" y="200"/>
                    <a:pt x="3779" y="1"/>
                    <a:pt x="3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66" name="Google Shape;10748;p64">
              <a:extLst>
                <a:ext uri="{FF2B5EF4-FFF2-40B4-BE49-F238E27FC236}">
                  <a16:creationId xmlns:a16="http://schemas.microsoft.com/office/drawing/2014/main" id="{A440636E-0188-8EA8-7B3D-58D55A68AD5C}"/>
                </a:ext>
              </a:extLst>
            </p:cNvPr>
            <p:cNvSpPr/>
            <p:nvPr/>
          </p:nvSpPr>
          <p:spPr>
            <a:xfrm>
              <a:off x="7222085" y="3499690"/>
              <a:ext cx="158819" cy="148825"/>
            </a:xfrm>
            <a:custGeom>
              <a:avLst/>
              <a:gdLst/>
              <a:ahLst/>
              <a:cxnLst/>
              <a:rect l="l" t="t" r="r" b="b"/>
              <a:pathLst>
                <a:path w="4990" h="4676" extrusionOk="0">
                  <a:moveTo>
                    <a:pt x="3983" y="0"/>
                  </a:moveTo>
                  <a:cubicBezTo>
                    <a:pt x="3948" y="0"/>
                    <a:pt x="3913" y="12"/>
                    <a:pt x="3882" y="33"/>
                  </a:cubicBezTo>
                  <a:cubicBezTo>
                    <a:pt x="3810" y="92"/>
                    <a:pt x="3810" y="187"/>
                    <a:pt x="3858" y="259"/>
                  </a:cubicBezTo>
                  <a:cubicBezTo>
                    <a:pt x="4644" y="1271"/>
                    <a:pt x="4549" y="2711"/>
                    <a:pt x="3644" y="3616"/>
                  </a:cubicBezTo>
                  <a:cubicBezTo>
                    <a:pt x="3152" y="4115"/>
                    <a:pt x="2502" y="4367"/>
                    <a:pt x="1848" y="4367"/>
                  </a:cubicBezTo>
                  <a:cubicBezTo>
                    <a:pt x="1299" y="4367"/>
                    <a:pt x="748" y="4189"/>
                    <a:pt x="286" y="3831"/>
                  </a:cubicBezTo>
                  <a:cubicBezTo>
                    <a:pt x="250" y="3805"/>
                    <a:pt x="214" y="3793"/>
                    <a:pt x="180" y="3793"/>
                  </a:cubicBezTo>
                  <a:cubicBezTo>
                    <a:pt x="135" y="3793"/>
                    <a:pt x="94" y="3814"/>
                    <a:pt x="60" y="3854"/>
                  </a:cubicBezTo>
                  <a:cubicBezTo>
                    <a:pt x="0" y="3938"/>
                    <a:pt x="12" y="4021"/>
                    <a:pt x="84" y="4081"/>
                  </a:cubicBezTo>
                  <a:cubicBezTo>
                    <a:pt x="608" y="4486"/>
                    <a:pt x="1239" y="4676"/>
                    <a:pt x="1846" y="4676"/>
                  </a:cubicBezTo>
                  <a:cubicBezTo>
                    <a:pt x="2584" y="4676"/>
                    <a:pt x="3322" y="4390"/>
                    <a:pt x="3882" y="3843"/>
                  </a:cubicBezTo>
                  <a:cubicBezTo>
                    <a:pt x="4894" y="2831"/>
                    <a:pt x="4989" y="1211"/>
                    <a:pt x="4108" y="68"/>
                  </a:cubicBezTo>
                  <a:cubicBezTo>
                    <a:pt x="4074" y="21"/>
                    <a:pt x="4029" y="0"/>
                    <a:pt x="398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</p:grpSp>
      <p:sp>
        <p:nvSpPr>
          <p:cNvPr id="67" name="Google Shape;986;p30">
            <a:extLst>
              <a:ext uri="{FF2B5EF4-FFF2-40B4-BE49-F238E27FC236}">
                <a16:creationId xmlns:a16="http://schemas.microsoft.com/office/drawing/2014/main" id="{C6403805-C077-713D-8BCE-A5AE11E21F3D}"/>
              </a:ext>
            </a:extLst>
          </p:cNvPr>
          <p:cNvSpPr txBox="1">
            <a:spLocks/>
          </p:cNvSpPr>
          <p:nvPr/>
        </p:nvSpPr>
        <p:spPr>
          <a:xfrm>
            <a:off x="5564502" y="3303841"/>
            <a:ext cx="1093554" cy="32179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Bilan</a:t>
            </a:r>
          </a:p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Comptable</a:t>
            </a:r>
          </a:p>
        </p:txBody>
      </p: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F9371360-504B-F4A0-9D98-942353ED0FF9}"/>
              </a:ext>
            </a:extLst>
          </p:cNvPr>
          <p:cNvCxnSpPr>
            <a:cxnSpLocks/>
          </p:cNvCxnSpPr>
          <p:nvPr/>
        </p:nvCxnSpPr>
        <p:spPr>
          <a:xfrm>
            <a:off x="6278854" y="1619753"/>
            <a:ext cx="0" cy="65932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1" name="Connecteur droit 70">
            <a:extLst>
              <a:ext uri="{FF2B5EF4-FFF2-40B4-BE49-F238E27FC236}">
                <a16:creationId xmlns:a16="http://schemas.microsoft.com/office/drawing/2014/main" id="{CB7B0858-4535-C4CC-727C-7B7A9492514A}"/>
              </a:ext>
            </a:extLst>
          </p:cNvPr>
          <p:cNvCxnSpPr>
            <a:cxnSpLocks/>
          </p:cNvCxnSpPr>
          <p:nvPr/>
        </p:nvCxnSpPr>
        <p:spPr>
          <a:xfrm flipV="1">
            <a:off x="6018511" y="1619753"/>
            <a:ext cx="0" cy="65932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5" name="Google Shape;986;p30">
            <a:extLst>
              <a:ext uri="{FF2B5EF4-FFF2-40B4-BE49-F238E27FC236}">
                <a16:creationId xmlns:a16="http://schemas.microsoft.com/office/drawing/2014/main" id="{7DC3BB85-8AAC-5939-BE31-FAEC117B455A}"/>
              </a:ext>
            </a:extLst>
          </p:cNvPr>
          <p:cNvSpPr txBox="1">
            <a:spLocks/>
          </p:cNvSpPr>
          <p:nvPr/>
        </p:nvSpPr>
        <p:spPr>
          <a:xfrm>
            <a:off x="5595723" y="1363792"/>
            <a:ext cx="1093554" cy="321797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GEIDE</a:t>
            </a:r>
          </a:p>
        </p:txBody>
      </p:sp>
    </p:spTree>
    <p:extLst>
      <p:ext uri="{BB962C8B-B14F-4D97-AF65-F5344CB8AC3E}">
        <p14:creationId xmlns:p14="http://schemas.microsoft.com/office/powerpoint/2010/main" val="4473545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BILAN COMPTABLE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>
            <a:extLst>
              <a:ext uri="{FF2B5EF4-FFF2-40B4-BE49-F238E27FC236}">
                <a16:creationId xmlns:a16="http://schemas.microsoft.com/office/drawing/2014/main" id="{0884091A-07C2-E757-86FD-552EF47F9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155" y="1242468"/>
            <a:ext cx="2534853" cy="358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E3A7F72-B32B-6D0F-B753-59389059E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2429" y="1454943"/>
            <a:ext cx="273296" cy="5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82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884091A-07C2-E757-86FD-552EF47F9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5275" y="186334"/>
            <a:ext cx="3373450" cy="4770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F3DBAF-4677-2319-D711-F442439FC729}"/>
              </a:ext>
            </a:extLst>
          </p:cNvPr>
          <p:cNvSpPr/>
          <p:nvPr/>
        </p:nvSpPr>
        <p:spPr>
          <a:xfrm>
            <a:off x="3394074" y="2987675"/>
            <a:ext cx="450851" cy="6667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30F86-2B08-F913-E343-9D440CD26D12}"/>
              </a:ext>
            </a:extLst>
          </p:cNvPr>
          <p:cNvSpPr/>
          <p:nvPr/>
        </p:nvSpPr>
        <p:spPr>
          <a:xfrm>
            <a:off x="4832350" y="2987675"/>
            <a:ext cx="250825" cy="66675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DB258BA-8F4E-CC61-B335-1D2003E61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4074" y="471487"/>
            <a:ext cx="351632" cy="5952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D7633A-F15F-8764-086F-B50DC85B935A}"/>
              </a:ext>
            </a:extLst>
          </p:cNvPr>
          <p:cNvSpPr/>
          <p:nvPr/>
        </p:nvSpPr>
        <p:spPr>
          <a:xfrm>
            <a:off x="5451475" y="551972"/>
            <a:ext cx="282576" cy="4571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8928CDC-0061-BDC9-5219-9EBF32510D17}"/>
              </a:ext>
            </a:extLst>
          </p:cNvPr>
          <p:cNvSpPr/>
          <p:nvPr/>
        </p:nvSpPr>
        <p:spPr>
          <a:xfrm>
            <a:off x="5451475" y="621028"/>
            <a:ext cx="282576" cy="55247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940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8522;p59">
            <a:extLst>
              <a:ext uri="{FF2B5EF4-FFF2-40B4-BE49-F238E27FC236}">
                <a16:creationId xmlns:a16="http://schemas.microsoft.com/office/drawing/2014/main" id="{C1082AB9-7D52-3D97-02C1-3553F71218E7}"/>
              </a:ext>
            </a:extLst>
          </p:cNvPr>
          <p:cNvGrpSpPr/>
          <p:nvPr/>
        </p:nvGrpSpPr>
        <p:grpSpPr>
          <a:xfrm>
            <a:off x="2479029" y="999695"/>
            <a:ext cx="4185941" cy="2801210"/>
            <a:chOff x="3358399" y="3285485"/>
            <a:chExt cx="1882893" cy="1047062"/>
          </a:xfrm>
        </p:grpSpPr>
        <p:grpSp>
          <p:nvGrpSpPr>
            <p:cNvPr id="7" name="Google Shape;8523;p59">
              <a:extLst>
                <a:ext uri="{FF2B5EF4-FFF2-40B4-BE49-F238E27FC236}">
                  <a16:creationId xmlns:a16="http://schemas.microsoft.com/office/drawing/2014/main" id="{5A3C8A5C-5CB7-1305-5C9D-61F9CD2E31B0}"/>
                </a:ext>
              </a:extLst>
            </p:cNvPr>
            <p:cNvGrpSpPr/>
            <p:nvPr/>
          </p:nvGrpSpPr>
          <p:grpSpPr>
            <a:xfrm>
              <a:off x="3358412" y="3285485"/>
              <a:ext cx="1882758" cy="139500"/>
              <a:chOff x="3358412" y="3285485"/>
              <a:chExt cx="1882758" cy="139500"/>
            </a:xfrm>
          </p:grpSpPr>
          <p:sp>
            <p:nvSpPr>
              <p:cNvPr id="38" name="Google Shape;8524;p59">
                <a:extLst>
                  <a:ext uri="{FF2B5EF4-FFF2-40B4-BE49-F238E27FC236}">
                    <a16:creationId xmlns:a16="http://schemas.microsoft.com/office/drawing/2014/main" id="{5829825C-0743-9CB2-B67C-EBF0E5C23E83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8525;p59">
                <a:extLst>
                  <a:ext uri="{FF2B5EF4-FFF2-40B4-BE49-F238E27FC236}">
                    <a16:creationId xmlns:a16="http://schemas.microsoft.com/office/drawing/2014/main" id="{E181A0A1-A7B9-FBB1-61FD-98882E63E83E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526;p59">
                <a:extLst>
                  <a:ext uri="{FF2B5EF4-FFF2-40B4-BE49-F238E27FC236}">
                    <a16:creationId xmlns:a16="http://schemas.microsoft.com/office/drawing/2014/main" id="{3114986E-A38C-C675-4AB2-88B483A4D255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527;p59">
                <a:extLst>
                  <a:ext uri="{FF2B5EF4-FFF2-40B4-BE49-F238E27FC236}">
                    <a16:creationId xmlns:a16="http://schemas.microsoft.com/office/drawing/2014/main" id="{189146E7-8800-5044-F7E5-A529842F0D11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8529;p59">
              <a:extLst>
                <a:ext uri="{FF2B5EF4-FFF2-40B4-BE49-F238E27FC236}">
                  <a16:creationId xmlns:a16="http://schemas.microsoft.com/office/drawing/2014/main" id="{B2DD781A-A0B5-A8D7-3030-AD8888813B8A}"/>
                </a:ext>
              </a:extLst>
            </p:cNvPr>
            <p:cNvGrpSpPr/>
            <p:nvPr/>
          </p:nvGrpSpPr>
          <p:grpSpPr>
            <a:xfrm>
              <a:off x="3358412" y="3466996"/>
              <a:ext cx="1882758" cy="139500"/>
              <a:chOff x="3358412" y="3466996"/>
              <a:chExt cx="1882758" cy="139500"/>
            </a:xfrm>
          </p:grpSpPr>
          <p:sp>
            <p:nvSpPr>
              <p:cNvPr id="33" name="Google Shape;8530;p59">
                <a:extLst>
                  <a:ext uri="{FF2B5EF4-FFF2-40B4-BE49-F238E27FC236}">
                    <a16:creationId xmlns:a16="http://schemas.microsoft.com/office/drawing/2014/main" id="{B32D63E6-D273-F94B-8C1F-1C7C3771962D}"/>
                  </a:ext>
                </a:extLst>
              </p:cNvPr>
              <p:cNvSpPr/>
              <p:nvPr/>
            </p:nvSpPr>
            <p:spPr>
              <a:xfrm>
                <a:off x="3358412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531;p59">
                <a:extLst>
                  <a:ext uri="{FF2B5EF4-FFF2-40B4-BE49-F238E27FC236}">
                    <a16:creationId xmlns:a16="http://schemas.microsoft.com/office/drawing/2014/main" id="{859622B1-DE15-CF53-CEF3-8CAAD2CE6470}"/>
                  </a:ext>
                </a:extLst>
              </p:cNvPr>
              <p:cNvSpPr/>
              <p:nvPr/>
            </p:nvSpPr>
            <p:spPr>
              <a:xfrm>
                <a:off x="3838898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532;p59">
                <a:extLst>
                  <a:ext uri="{FF2B5EF4-FFF2-40B4-BE49-F238E27FC236}">
                    <a16:creationId xmlns:a16="http://schemas.microsoft.com/office/drawing/2014/main" id="{44F95B24-D082-9DCD-0E29-0EAEC77A69E3}"/>
                  </a:ext>
                </a:extLst>
              </p:cNvPr>
              <p:cNvSpPr/>
              <p:nvPr/>
            </p:nvSpPr>
            <p:spPr>
              <a:xfrm>
                <a:off x="4319384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533;p59">
                <a:extLst>
                  <a:ext uri="{FF2B5EF4-FFF2-40B4-BE49-F238E27FC236}">
                    <a16:creationId xmlns:a16="http://schemas.microsoft.com/office/drawing/2014/main" id="{C916ED0D-F87D-39C4-83B8-AF8C1000B2B5}"/>
                  </a:ext>
                </a:extLst>
              </p:cNvPr>
              <p:cNvSpPr/>
              <p:nvPr/>
            </p:nvSpPr>
            <p:spPr>
              <a:xfrm>
                <a:off x="4799870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8535;p59">
              <a:extLst>
                <a:ext uri="{FF2B5EF4-FFF2-40B4-BE49-F238E27FC236}">
                  <a16:creationId xmlns:a16="http://schemas.microsoft.com/office/drawing/2014/main" id="{B1D1E437-0DEF-3FF3-B3F7-309F0698893A}"/>
                </a:ext>
              </a:extLst>
            </p:cNvPr>
            <p:cNvGrpSpPr/>
            <p:nvPr/>
          </p:nvGrpSpPr>
          <p:grpSpPr>
            <a:xfrm>
              <a:off x="3358412" y="3648507"/>
              <a:ext cx="1882758" cy="139500"/>
              <a:chOff x="3358412" y="3648507"/>
              <a:chExt cx="1882758" cy="139500"/>
            </a:xfrm>
          </p:grpSpPr>
          <p:sp>
            <p:nvSpPr>
              <p:cNvPr id="28" name="Google Shape;8536;p59">
                <a:extLst>
                  <a:ext uri="{FF2B5EF4-FFF2-40B4-BE49-F238E27FC236}">
                    <a16:creationId xmlns:a16="http://schemas.microsoft.com/office/drawing/2014/main" id="{6AE2262C-AD9B-7C0B-3944-42ED7CE46107}"/>
                  </a:ext>
                </a:extLst>
              </p:cNvPr>
              <p:cNvSpPr/>
              <p:nvPr/>
            </p:nvSpPr>
            <p:spPr>
              <a:xfrm>
                <a:off x="3358412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29" name="Google Shape;8537;p59">
                <a:extLst>
                  <a:ext uri="{FF2B5EF4-FFF2-40B4-BE49-F238E27FC236}">
                    <a16:creationId xmlns:a16="http://schemas.microsoft.com/office/drawing/2014/main" id="{9465DDF7-6996-F6EB-E1F5-7224867C1259}"/>
                  </a:ext>
                </a:extLst>
              </p:cNvPr>
              <p:cNvSpPr/>
              <p:nvPr/>
            </p:nvSpPr>
            <p:spPr>
              <a:xfrm>
                <a:off x="3838898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8538;p59">
                <a:extLst>
                  <a:ext uri="{FF2B5EF4-FFF2-40B4-BE49-F238E27FC236}">
                    <a16:creationId xmlns:a16="http://schemas.microsoft.com/office/drawing/2014/main" id="{9F9E3E31-C71B-0BF7-CBCE-47D35AFBC41D}"/>
                  </a:ext>
                </a:extLst>
              </p:cNvPr>
              <p:cNvSpPr/>
              <p:nvPr/>
            </p:nvSpPr>
            <p:spPr>
              <a:xfrm>
                <a:off x="4319384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539;p59">
                <a:extLst>
                  <a:ext uri="{FF2B5EF4-FFF2-40B4-BE49-F238E27FC236}">
                    <a16:creationId xmlns:a16="http://schemas.microsoft.com/office/drawing/2014/main" id="{8DB75231-AC7E-A66F-AC5F-D5A1802C463B}"/>
                  </a:ext>
                </a:extLst>
              </p:cNvPr>
              <p:cNvSpPr/>
              <p:nvPr/>
            </p:nvSpPr>
            <p:spPr>
              <a:xfrm>
                <a:off x="4799870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8541;p59">
              <a:extLst>
                <a:ext uri="{FF2B5EF4-FFF2-40B4-BE49-F238E27FC236}">
                  <a16:creationId xmlns:a16="http://schemas.microsoft.com/office/drawing/2014/main" id="{6CA6760A-C1CF-28E3-687A-FB462644FE0A}"/>
                </a:ext>
              </a:extLst>
            </p:cNvPr>
            <p:cNvGrpSpPr/>
            <p:nvPr/>
          </p:nvGrpSpPr>
          <p:grpSpPr>
            <a:xfrm>
              <a:off x="3358412" y="3830018"/>
              <a:ext cx="1882758" cy="139500"/>
              <a:chOff x="3358412" y="3830018"/>
              <a:chExt cx="1882758" cy="139500"/>
            </a:xfrm>
          </p:grpSpPr>
          <p:sp>
            <p:nvSpPr>
              <p:cNvPr id="23" name="Google Shape;8542;p59">
                <a:extLst>
                  <a:ext uri="{FF2B5EF4-FFF2-40B4-BE49-F238E27FC236}">
                    <a16:creationId xmlns:a16="http://schemas.microsoft.com/office/drawing/2014/main" id="{4EC913C1-431E-00C8-35FF-D2C78494C305}"/>
                  </a:ext>
                </a:extLst>
              </p:cNvPr>
              <p:cNvSpPr/>
              <p:nvPr/>
            </p:nvSpPr>
            <p:spPr>
              <a:xfrm>
                <a:off x="3358412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543;p59">
                <a:extLst>
                  <a:ext uri="{FF2B5EF4-FFF2-40B4-BE49-F238E27FC236}">
                    <a16:creationId xmlns:a16="http://schemas.microsoft.com/office/drawing/2014/main" id="{82C068B2-7CC8-171E-04A0-3CCF990CD4C8}"/>
                  </a:ext>
                </a:extLst>
              </p:cNvPr>
              <p:cNvSpPr/>
              <p:nvPr/>
            </p:nvSpPr>
            <p:spPr>
              <a:xfrm>
                <a:off x="3838898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544;p59">
                <a:extLst>
                  <a:ext uri="{FF2B5EF4-FFF2-40B4-BE49-F238E27FC236}">
                    <a16:creationId xmlns:a16="http://schemas.microsoft.com/office/drawing/2014/main" id="{0A21118F-1E80-5ADD-B3F7-39FD39DC493E}"/>
                  </a:ext>
                </a:extLst>
              </p:cNvPr>
              <p:cNvSpPr/>
              <p:nvPr/>
            </p:nvSpPr>
            <p:spPr>
              <a:xfrm>
                <a:off x="4319384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545;p59">
                <a:extLst>
                  <a:ext uri="{FF2B5EF4-FFF2-40B4-BE49-F238E27FC236}">
                    <a16:creationId xmlns:a16="http://schemas.microsoft.com/office/drawing/2014/main" id="{5E3CC35C-CF51-B784-F5A9-822B752140FA}"/>
                  </a:ext>
                </a:extLst>
              </p:cNvPr>
              <p:cNvSpPr/>
              <p:nvPr/>
            </p:nvSpPr>
            <p:spPr>
              <a:xfrm>
                <a:off x="4799870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8547;p59">
              <a:extLst>
                <a:ext uri="{FF2B5EF4-FFF2-40B4-BE49-F238E27FC236}">
                  <a16:creationId xmlns:a16="http://schemas.microsoft.com/office/drawing/2014/main" id="{6755997D-4A31-9806-8AD5-86C5BC94320A}"/>
                </a:ext>
              </a:extLst>
            </p:cNvPr>
            <p:cNvGrpSpPr/>
            <p:nvPr/>
          </p:nvGrpSpPr>
          <p:grpSpPr>
            <a:xfrm>
              <a:off x="3358399" y="4011514"/>
              <a:ext cx="1882893" cy="139537"/>
              <a:chOff x="3294800" y="4134603"/>
              <a:chExt cx="2102382" cy="152400"/>
            </a:xfrm>
          </p:grpSpPr>
          <p:sp>
            <p:nvSpPr>
              <p:cNvPr id="18" name="Google Shape;8548;p59">
                <a:extLst>
                  <a:ext uri="{FF2B5EF4-FFF2-40B4-BE49-F238E27FC236}">
                    <a16:creationId xmlns:a16="http://schemas.microsoft.com/office/drawing/2014/main" id="{C20AA022-EE51-B98C-E2E8-DAB867BF0E05}"/>
                  </a:ext>
                </a:extLst>
              </p:cNvPr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549;p59">
                <a:extLst>
                  <a:ext uri="{FF2B5EF4-FFF2-40B4-BE49-F238E27FC236}">
                    <a16:creationId xmlns:a16="http://schemas.microsoft.com/office/drawing/2014/main" id="{DC3E8BDA-7E4C-A778-D599-BD1F76D7E523}"/>
                  </a:ext>
                </a:extLst>
              </p:cNvPr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550;p59">
                <a:extLst>
                  <a:ext uri="{FF2B5EF4-FFF2-40B4-BE49-F238E27FC236}">
                    <a16:creationId xmlns:a16="http://schemas.microsoft.com/office/drawing/2014/main" id="{FFCE3294-51DB-488B-DEE3-1CFB610F1B0D}"/>
                  </a:ext>
                </a:extLst>
              </p:cNvPr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551;p59">
                <a:extLst>
                  <a:ext uri="{FF2B5EF4-FFF2-40B4-BE49-F238E27FC236}">
                    <a16:creationId xmlns:a16="http://schemas.microsoft.com/office/drawing/2014/main" id="{DBFE0456-6C5A-9EE2-3C61-33A85B4860EC}"/>
                  </a:ext>
                </a:extLst>
              </p:cNvPr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8553;p59">
              <a:extLst>
                <a:ext uri="{FF2B5EF4-FFF2-40B4-BE49-F238E27FC236}">
                  <a16:creationId xmlns:a16="http://schemas.microsoft.com/office/drawing/2014/main" id="{E8412BE0-283D-45FC-103D-2DB29ACE8698}"/>
                </a:ext>
              </a:extLst>
            </p:cNvPr>
            <p:cNvGrpSpPr/>
            <p:nvPr/>
          </p:nvGrpSpPr>
          <p:grpSpPr>
            <a:xfrm>
              <a:off x="3358399" y="4193010"/>
              <a:ext cx="1882893" cy="139537"/>
              <a:chOff x="3294800" y="4134603"/>
              <a:chExt cx="2102382" cy="152400"/>
            </a:xfrm>
          </p:grpSpPr>
          <p:sp>
            <p:nvSpPr>
              <p:cNvPr id="13" name="Google Shape;8554;p59">
                <a:extLst>
                  <a:ext uri="{FF2B5EF4-FFF2-40B4-BE49-F238E27FC236}">
                    <a16:creationId xmlns:a16="http://schemas.microsoft.com/office/drawing/2014/main" id="{AD54CE82-FB9C-3BE5-A998-DCEBA9111779}"/>
                  </a:ext>
                </a:extLst>
              </p:cNvPr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555;p59">
                <a:extLst>
                  <a:ext uri="{FF2B5EF4-FFF2-40B4-BE49-F238E27FC236}">
                    <a16:creationId xmlns:a16="http://schemas.microsoft.com/office/drawing/2014/main" id="{FA8C8181-0599-AED4-23BC-47F9CA7B6DA3}"/>
                  </a:ext>
                </a:extLst>
              </p:cNvPr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8556;p59">
                <a:extLst>
                  <a:ext uri="{FF2B5EF4-FFF2-40B4-BE49-F238E27FC236}">
                    <a16:creationId xmlns:a16="http://schemas.microsoft.com/office/drawing/2014/main" id="{F9212371-62A1-C571-7092-C96EB49846BA}"/>
                  </a:ext>
                </a:extLst>
              </p:cNvPr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557;p59">
                <a:extLst>
                  <a:ext uri="{FF2B5EF4-FFF2-40B4-BE49-F238E27FC236}">
                    <a16:creationId xmlns:a16="http://schemas.microsoft.com/office/drawing/2014/main" id="{C85E8E4F-D0BE-0B6D-FA8A-A277C6E16D95}"/>
                  </a:ext>
                </a:extLst>
              </p:cNvPr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accent1">
                    <a:lumMod val="6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4F3DBAF-4677-2319-D711-F442439FC729}"/>
              </a:ext>
            </a:extLst>
          </p:cNvPr>
          <p:cNvSpPr/>
          <p:nvPr/>
        </p:nvSpPr>
        <p:spPr>
          <a:xfrm>
            <a:off x="2479030" y="1491633"/>
            <a:ext cx="981073" cy="36508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30F86-2B08-F913-E343-9D440CD26D12}"/>
              </a:ext>
            </a:extLst>
          </p:cNvPr>
          <p:cNvSpPr/>
          <p:nvPr/>
        </p:nvSpPr>
        <p:spPr>
          <a:xfrm>
            <a:off x="3547215" y="1482357"/>
            <a:ext cx="981073" cy="36508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Google Shape;986;p30">
            <a:extLst>
              <a:ext uri="{FF2B5EF4-FFF2-40B4-BE49-F238E27FC236}">
                <a16:creationId xmlns:a16="http://schemas.microsoft.com/office/drawing/2014/main" id="{B5055FFD-E515-D110-52CF-439320EE7CE6}"/>
              </a:ext>
            </a:extLst>
          </p:cNvPr>
          <p:cNvSpPr txBox="1">
            <a:spLocks/>
          </p:cNvSpPr>
          <p:nvPr/>
        </p:nvSpPr>
        <p:spPr>
          <a:xfrm>
            <a:off x="2479030" y="1482357"/>
            <a:ext cx="981073" cy="37614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Entretien réparation</a:t>
            </a:r>
          </a:p>
        </p:txBody>
      </p:sp>
      <p:sp>
        <p:nvSpPr>
          <p:cNvPr id="3" name="Google Shape;986;p30">
            <a:extLst>
              <a:ext uri="{FF2B5EF4-FFF2-40B4-BE49-F238E27FC236}">
                <a16:creationId xmlns:a16="http://schemas.microsoft.com/office/drawing/2014/main" id="{B51E6504-6782-B4CD-C76B-63540DEE4A0A}"/>
              </a:ext>
            </a:extLst>
          </p:cNvPr>
          <p:cNvSpPr txBox="1">
            <a:spLocks/>
          </p:cNvSpPr>
          <p:nvPr/>
        </p:nvSpPr>
        <p:spPr>
          <a:xfrm>
            <a:off x="3547214" y="14886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2067, 26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Google Shape;986;p30">
            <a:extLst>
              <a:ext uri="{FF2B5EF4-FFF2-40B4-BE49-F238E27FC236}">
                <a16:creationId xmlns:a16="http://schemas.microsoft.com/office/drawing/2014/main" id="{B04C37A8-28B8-5AD5-DF8D-ABD792BDDB31}"/>
              </a:ext>
            </a:extLst>
          </p:cNvPr>
          <p:cNvSpPr txBox="1">
            <a:spLocks/>
          </p:cNvSpPr>
          <p:nvPr/>
        </p:nvSpPr>
        <p:spPr>
          <a:xfrm>
            <a:off x="2479029" y="993823"/>
            <a:ext cx="981073" cy="37614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Données</a:t>
            </a:r>
          </a:p>
        </p:txBody>
      </p:sp>
      <p:sp>
        <p:nvSpPr>
          <p:cNvPr id="45" name="Google Shape;986;p30">
            <a:extLst>
              <a:ext uri="{FF2B5EF4-FFF2-40B4-BE49-F238E27FC236}">
                <a16:creationId xmlns:a16="http://schemas.microsoft.com/office/drawing/2014/main" id="{AFF1D6DD-E011-F9F6-BE1F-D5689D216B1B}"/>
              </a:ext>
            </a:extLst>
          </p:cNvPr>
          <p:cNvSpPr txBox="1">
            <a:spLocks/>
          </p:cNvSpPr>
          <p:nvPr/>
        </p:nvSpPr>
        <p:spPr>
          <a:xfrm>
            <a:off x="3547213" y="1018850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Valeur</a:t>
            </a:r>
          </a:p>
        </p:txBody>
      </p:sp>
      <p:sp>
        <p:nvSpPr>
          <p:cNvPr id="46" name="Google Shape;986;p30">
            <a:extLst>
              <a:ext uri="{FF2B5EF4-FFF2-40B4-BE49-F238E27FC236}">
                <a16:creationId xmlns:a16="http://schemas.microsoft.com/office/drawing/2014/main" id="{C42C5B70-3DFC-A3D5-2BBA-DC9BA56CEA13}"/>
              </a:ext>
            </a:extLst>
          </p:cNvPr>
          <p:cNvSpPr txBox="1">
            <a:spLocks/>
          </p:cNvSpPr>
          <p:nvPr/>
        </p:nvSpPr>
        <p:spPr>
          <a:xfrm>
            <a:off x="4615367" y="1006917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Date de début</a:t>
            </a:r>
          </a:p>
        </p:txBody>
      </p:sp>
      <p:sp>
        <p:nvSpPr>
          <p:cNvPr id="47" name="Google Shape;986;p30">
            <a:extLst>
              <a:ext uri="{FF2B5EF4-FFF2-40B4-BE49-F238E27FC236}">
                <a16:creationId xmlns:a16="http://schemas.microsoft.com/office/drawing/2014/main" id="{CAA732A7-1184-FCE8-DB78-1689D7F03201}"/>
              </a:ext>
            </a:extLst>
          </p:cNvPr>
          <p:cNvSpPr txBox="1">
            <a:spLocks/>
          </p:cNvSpPr>
          <p:nvPr/>
        </p:nvSpPr>
        <p:spPr>
          <a:xfrm>
            <a:off x="5683486" y="1002492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Date de fin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FE6BF4-829D-A5CB-3DF0-EDC86555EFC4}"/>
              </a:ext>
            </a:extLst>
          </p:cNvPr>
          <p:cNvSpPr/>
          <p:nvPr/>
        </p:nvSpPr>
        <p:spPr>
          <a:xfrm>
            <a:off x="4615367" y="1485153"/>
            <a:ext cx="981073" cy="371567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02B55C5-D9EC-685F-A509-4C8FD3D045C6}"/>
              </a:ext>
            </a:extLst>
          </p:cNvPr>
          <p:cNvSpPr/>
          <p:nvPr/>
        </p:nvSpPr>
        <p:spPr>
          <a:xfrm>
            <a:off x="5683485" y="1482357"/>
            <a:ext cx="981073" cy="371567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Google Shape;986;p30">
            <a:extLst>
              <a:ext uri="{FF2B5EF4-FFF2-40B4-BE49-F238E27FC236}">
                <a16:creationId xmlns:a16="http://schemas.microsoft.com/office/drawing/2014/main" id="{64745F1A-28D0-5C43-2F7D-C9D2A9EFCB45}"/>
              </a:ext>
            </a:extLst>
          </p:cNvPr>
          <p:cNvSpPr txBox="1">
            <a:spLocks/>
          </p:cNvSpPr>
          <p:nvPr/>
        </p:nvSpPr>
        <p:spPr>
          <a:xfrm>
            <a:off x="4615154" y="14886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2020-01-11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1" name="Google Shape;986;p30">
            <a:extLst>
              <a:ext uri="{FF2B5EF4-FFF2-40B4-BE49-F238E27FC236}">
                <a16:creationId xmlns:a16="http://schemas.microsoft.com/office/drawing/2014/main" id="{AAAD58DA-E749-96F6-4C1D-E939619813E6}"/>
              </a:ext>
            </a:extLst>
          </p:cNvPr>
          <p:cNvSpPr txBox="1">
            <a:spLocks/>
          </p:cNvSpPr>
          <p:nvPr/>
        </p:nvSpPr>
        <p:spPr>
          <a:xfrm>
            <a:off x="5683060" y="14886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2021-10-31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25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8522;p59">
            <a:extLst>
              <a:ext uri="{FF2B5EF4-FFF2-40B4-BE49-F238E27FC236}">
                <a16:creationId xmlns:a16="http://schemas.microsoft.com/office/drawing/2014/main" id="{C1082AB9-7D52-3D97-02C1-3553F71218E7}"/>
              </a:ext>
            </a:extLst>
          </p:cNvPr>
          <p:cNvGrpSpPr/>
          <p:nvPr/>
        </p:nvGrpSpPr>
        <p:grpSpPr>
          <a:xfrm>
            <a:off x="948679" y="1291795"/>
            <a:ext cx="4185941" cy="2801210"/>
            <a:chOff x="3358399" y="3285485"/>
            <a:chExt cx="1882893" cy="1047062"/>
          </a:xfrm>
        </p:grpSpPr>
        <p:grpSp>
          <p:nvGrpSpPr>
            <p:cNvPr id="7" name="Google Shape;8523;p59">
              <a:extLst>
                <a:ext uri="{FF2B5EF4-FFF2-40B4-BE49-F238E27FC236}">
                  <a16:creationId xmlns:a16="http://schemas.microsoft.com/office/drawing/2014/main" id="{5A3C8A5C-5CB7-1305-5C9D-61F9CD2E31B0}"/>
                </a:ext>
              </a:extLst>
            </p:cNvPr>
            <p:cNvGrpSpPr/>
            <p:nvPr/>
          </p:nvGrpSpPr>
          <p:grpSpPr>
            <a:xfrm>
              <a:off x="3358412" y="3285485"/>
              <a:ext cx="1882758" cy="139500"/>
              <a:chOff x="3358412" y="3285485"/>
              <a:chExt cx="1882758" cy="139500"/>
            </a:xfrm>
          </p:grpSpPr>
          <p:sp>
            <p:nvSpPr>
              <p:cNvPr id="38" name="Google Shape;8524;p59">
                <a:extLst>
                  <a:ext uri="{FF2B5EF4-FFF2-40B4-BE49-F238E27FC236}">
                    <a16:creationId xmlns:a16="http://schemas.microsoft.com/office/drawing/2014/main" id="{5829825C-0743-9CB2-B67C-EBF0E5C23E83}"/>
                  </a:ext>
                </a:extLst>
              </p:cNvPr>
              <p:cNvSpPr/>
              <p:nvPr/>
            </p:nvSpPr>
            <p:spPr>
              <a:xfrm>
                <a:off x="3358412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9" name="Google Shape;8525;p59">
                <a:extLst>
                  <a:ext uri="{FF2B5EF4-FFF2-40B4-BE49-F238E27FC236}">
                    <a16:creationId xmlns:a16="http://schemas.microsoft.com/office/drawing/2014/main" id="{E181A0A1-A7B9-FBB1-61FD-98882E63E83E}"/>
                  </a:ext>
                </a:extLst>
              </p:cNvPr>
              <p:cNvSpPr/>
              <p:nvPr/>
            </p:nvSpPr>
            <p:spPr>
              <a:xfrm>
                <a:off x="3838898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40" name="Google Shape;8526;p59">
                <a:extLst>
                  <a:ext uri="{FF2B5EF4-FFF2-40B4-BE49-F238E27FC236}">
                    <a16:creationId xmlns:a16="http://schemas.microsoft.com/office/drawing/2014/main" id="{3114986E-A38C-C675-4AB2-88B483A4D255}"/>
                  </a:ext>
                </a:extLst>
              </p:cNvPr>
              <p:cNvSpPr/>
              <p:nvPr/>
            </p:nvSpPr>
            <p:spPr>
              <a:xfrm>
                <a:off x="4319384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8527;p59">
                <a:extLst>
                  <a:ext uri="{FF2B5EF4-FFF2-40B4-BE49-F238E27FC236}">
                    <a16:creationId xmlns:a16="http://schemas.microsoft.com/office/drawing/2014/main" id="{189146E7-8800-5044-F7E5-A529842F0D11}"/>
                  </a:ext>
                </a:extLst>
              </p:cNvPr>
              <p:cNvSpPr/>
              <p:nvPr/>
            </p:nvSpPr>
            <p:spPr>
              <a:xfrm>
                <a:off x="4799870" y="3285485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7994A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" name="Google Shape;8529;p59">
              <a:extLst>
                <a:ext uri="{FF2B5EF4-FFF2-40B4-BE49-F238E27FC236}">
                  <a16:creationId xmlns:a16="http://schemas.microsoft.com/office/drawing/2014/main" id="{B2DD781A-A0B5-A8D7-3030-AD8888813B8A}"/>
                </a:ext>
              </a:extLst>
            </p:cNvPr>
            <p:cNvGrpSpPr/>
            <p:nvPr/>
          </p:nvGrpSpPr>
          <p:grpSpPr>
            <a:xfrm>
              <a:off x="3358412" y="3466996"/>
              <a:ext cx="1882758" cy="139500"/>
              <a:chOff x="3358412" y="3466996"/>
              <a:chExt cx="1882758" cy="139500"/>
            </a:xfrm>
          </p:grpSpPr>
          <p:sp>
            <p:nvSpPr>
              <p:cNvPr id="33" name="Google Shape;8530;p59">
                <a:extLst>
                  <a:ext uri="{FF2B5EF4-FFF2-40B4-BE49-F238E27FC236}">
                    <a16:creationId xmlns:a16="http://schemas.microsoft.com/office/drawing/2014/main" id="{B32D63E6-D273-F94B-8C1F-1C7C3771962D}"/>
                  </a:ext>
                </a:extLst>
              </p:cNvPr>
              <p:cNvSpPr/>
              <p:nvPr/>
            </p:nvSpPr>
            <p:spPr>
              <a:xfrm>
                <a:off x="3358412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531;p59">
                <a:extLst>
                  <a:ext uri="{FF2B5EF4-FFF2-40B4-BE49-F238E27FC236}">
                    <a16:creationId xmlns:a16="http://schemas.microsoft.com/office/drawing/2014/main" id="{859622B1-DE15-CF53-CEF3-8CAAD2CE6470}"/>
                  </a:ext>
                </a:extLst>
              </p:cNvPr>
              <p:cNvSpPr/>
              <p:nvPr/>
            </p:nvSpPr>
            <p:spPr>
              <a:xfrm>
                <a:off x="3838898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532;p59">
                <a:extLst>
                  <a:ext uri="{FF2B5EF4-FFF2-40B4-BE49-F238E27FC236}">
                    <a16:creationId xmlns:a16="http://schemas.microsoft.com/office/drawing/2014/main" id="{44F95B24-D082-9DCD-0E29-0EAEC77A69E3}"/>
                  </a:ext>
                </a:extLst>
              </p:cNvPr>
              <p:cNvSpPr/>
              <p:nvPr/>
            </p:nvSpPr>
            <p:spPr>
              <a:xfrm>
                <a:off x="4319384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533;p59">
                <a:extLst>
                  <a:ext uri="{FF2B5EF4-FFF2-40B4-BE49-F238E27FC236}">
                    <a16:creationId xmlns:a16="http://schemas.microsoft.com/office/drawing/2014/main" id="{C916ED0D-F87D-39C4-83B8-AF8C1000B2B5}"/>
                  </a:ext>
                </a:extLst>
              </p:cNvPr>
              <p:cNvSpPr/>
              <p:nvPr/>
            </p:nvSpPr>
            <p:spPr>
              <a:xfrm>
                <a:off x="4799870" y="3466996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" name="Google Shape;8535;p59">
              <a:extLst>
                <a:ext uri="{FF2B5EF4-FFF2-40B4-BE49-F238E27FC236}">
                  <a16:creationId xmlns:a16="http://schemas.microsoft.com/office/drawing/2014/main" id="{B1D1E437-0DEF-3FF3-B3F7-309F0698893A}"/>
                </a:ext>
              </a:extLst>
            </p:cNvPr>
            <p:cNvGrpSpPr/>
            <p:nvPr/>
          </p:nvGrpSpPr>
          <p:grpSpPr>
            <a:xfrm>
              <a:off x="3358412" y="3648507"/>
              <a:ext cx="1882758" cy="139500"/>
              <a:chOff x="3358412" y="3648507"/>
              <a:chExt cx="1882758" cy="139500"/>
            </a:xfrm>
          </p:grpSpPr>
          <p:sp>
            <p:nvSpPr>
              <p:cNvPr id="28" name="Google Shape;8536;p59">
                <a:extLst>
                  <a:ext uri="{FF2B5EF4-FFF2-40B4-BE49-F238E27FC236}">
                    <a16:creationId xmlns:a16="http://schemas.microsoft.com/office/drawing/2014/main" id="{6AE2262C-AD9B-7C0B-3944-42ED7CE46107}"/>
                  </a:ext>
                </a:extLst>
              </p:cNvPr>
              <p:cNvSpPr/>
              <p:nvPr/>
            </p:nvSpPr>
            <p:spPr>
              <a:xfrm>
                <a:off x="3358412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537;p59">
                <a:extLst>
                  <a:ext uri="{FF2B5EF4-FFF2-40B4-BE49-F238E27FC236}">
                    <a16:creationId xmlns:a16="http://schemas.microsoft.com/office/drawing/2014/main" id="{9465DDF7-6996-F6EB-E1F5-7224867C1259}"/>
                  </a:ext>
                </a:extLst>
              </p:cNvPr>
              <p:cNvSpPr/>
              <p:nvPr/>
            </p:nvSpPr>
            <p:spPr>
              <a:xfrm>
                <a:off x="3838898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0" name="Google Shape;8538;p59">
                <a:extLst>
                  <a:ext uri="{FF2B5EF4-FFF2-40B4-BE49-F238E27FC236}">
                    <a16:creationId xmlns:a16="http://schemas.microsoft.com/office/drawing/2014/main" id="{9F9E3E31-C71B-0BF7-CBCE-47D35AFBC41D}"/>
                  </a:ext>
                </a:extLst>
              </p:cNvPr>
              <p:cNvSpPr/>
              <p:nvPr/>
            </p:nvSpPr>
            <p:spPr>
              <a:xfrm>
                <a:off x="4319384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539;p59">
                <a:extLst>
                  <a:ext uri="{FF2B5EF4-FFF2-40B4-BE49-F238E27FC236}">
                    <a16:creationId xmlns:a16="http://schemas.microsoft.com/office/drawing/2014/main" id="{8DB75231-AC7E-A66F-AC5F-D5A1802C463B}"/>
                  </a:ext>
                </a:extLst>
              </p:cNvPr>
              <p:cNvSpPr/>
              <p:nvPr/>
            </p:nvSpPr>
            <p:spPr>
              <a:xfrm>
                <a:off x="4799870" y="3648507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8541;p59">
              <a:extLst>
                <a:ext uri="{FF2B5EF4-FFF2-40B4-BE49-F238E27FC236}">
                  <a16:creationId xmlns:a16="http://schemas.microsoft.com/office/drawing/2014/main" id="{6CA6760A-C1CF-28E3-687A-FB462644FE0A}"/>
                </a:ext>
              </a:extLst>
            </p:cNvPr>
            <p:cNvGrpSpPr/>
            <p:nvPr/>
          </p:nvGrpSpPr>
          <p:grpSpPr>
            <a:xfrm>
              <a:off x="3358412" y="3830018"/>
              <a:ext cx="1882758" cy="139500"/>
              <a:chOff x="3358412" y="3830018"/>
              <a:chExt cx="1882758" cy="139500"/>
            </a:xfrm>
          </p:grpSpPr>
          <p:sp>
            <p:nvSpPr>
              <p:cNvPr id="23" name="Google Shape;8542;p59">
                <a:extLst>
                  <a:ext uri="{FF2B5EF4-FFF2-40B4-BE49-F238E27FC236}">
                    <a16:creationId xmlns:a16="http://schemas.microsoft.com/office/drawing/2014/main" id="{4EC913C1-431E-00C8-35FF-D2C78494C305}"/>
                  </a:ext>
                </a:extLst>
              </p:cNvPr>
              <p:cNvSpPr/>
              <p:nvPr/>
            </p:nvSpPr>
            <p:spPr>
              <a:xfrm>
                <a:off x="3358412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543;p59">
                <a:extLst>
                  <a:ext uri="{FF2B5EF4-FFF2-40B4-BE49-F238E27FC236}">
                    <a16:creationId xmlns:a16="http://schemas.microsoft.com/office/drawing/2014/main" id="{82C068B2-7CC8-171E-04A0-3CCF990CD4C8}"/>
                  </a:ext>
                </a:extLst>
              </p:cNvPr>
              <p:cNvSpPr/>
              <p:nvPr/>
            </p:nvSpPr>
            <p:spPr>
              <a:xfrm>
                <a:off x="3838898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544;p59">
                <a:extLst>
                  <a:ext uri="{FF2B5EF4-FFF2-40B4-BE49-F238E27FC236}">
                    <a16:creationId xmlns:a16="http://schemas.microsoft.com/office/drawing/2014/main" id="{0A21118F-1E80-5ADD-B3F7-39FD39DC493E}"/>
                  </a:ext>
                </a:extLst>
              </p:cNvPr>
              <p:cNvSpPr/>
              <p:nvPr/>
            </p:nvSpPr>
            <p:spPr>
              <a:xfrm>
                <a:off x="4319384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545;p59">
                <a:extLst>
                  <a:ext uri="{FF2B5EF4-FFF2-40B4-BE49-F238E27FC236}">
                    <a16:creationId xmlns:a16="http://schemas.microsoft.com/office/drawing/2014/main" id="{5E3CC35C-CF51-B784-F5A9-822B752140FA}"/>
                  </a:ext>
                </a:extLst>
              </p:cNvPr>
              <p:cNvSpPr/>
              <p:nvPr/>
            </p:nvSpPr>
            <p:spPr>
              <a:xfrm>
                <a:off x="4799870" y="3830018"/>
                <a:ext cx="441300" cy="1395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8547;p59">
              <a:extLst>
                <a:ext uri="{FF2B5EF4-FFF2-40B4-BE49-F238E27FC236}">
                  <a16:creationId xmlns:a16="http://schemas.microsoft.com/office/drawing/2014/main" id="{6755997D-4A31-9806-8AD5-86C5BC94320A}"/>
                </a:ext>
              </a:extLst>
            </p:cNvPr>
            <p:cNvGrpSpPr/>
            <p:nvPr/>
          </p:nvGrpSpPr>
          <p:grpSpPr>
            <a:xfrm>
              <a:off x="3358399" y="4011514"/>
              <a:ext cx="1882893" cy="139537"/>
              <a:chOff x="3294800" y="4134603"/>
              <a:chExt cx="2102382" cy="152400"/>
            </a:xfrm>
          </p:grpSpPr>
          <p:sp>
            <p:nvSpPr>
              <p:cNvPr id="18" name="Google Shape;8548;p59">
                <a:extLst>
                  <a:ext uri="{FF2B5EF4-FFF2-40B4-BE49-F238E27FC236}">
                    <a16:creationId xmlns:a16="http://schemas.microsoft.com/office/drawing/2014/main" id="{C20AA022-EE51-B98C-E2E8-DAB867BF0E05}"/>
                  </a:ext>
                </a:extLst>
              </p:cNvPr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549;p59">
                <a:extLst>
                  <a:ext uri="{FF2B5EF4-FFF2-40B4-BE49-F238E27FC236}">
                    <a16:creationId xmlns:a16="http://schemas.microsoft.com/office/drawing/2014/main" id="{DC3E8BDA-7E4C-A778-D599-BD1F76D7E523}"/>
                  </a:ext>
                </a:extLst>
              </p:cNvPr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550;p59">
                <a:extLst>
                  <a:ext uri="{FF2B5EF4-FFF2-40B4-BE49-F238E27FC236}">
                    <a16:creationId xmlns:a16="http://schemas.microsoft.com/office/drawing/2014/main" id="{FFCE3294-51DB-488B-DEE3-1CFB610F1B0D}"/>
                  </a:ext>
                </a:extLst>
              </p:cNvPr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551;p59">
                <a:extLst>
                  <a:ext uri="{FF2B5EF4-FFF2-40B4-BE49-F238E27FC236}">
                    <a16:creationId xmlns:a16="http://schemas.microsoft.com/office/drawing/2014/main" id="{DBFE0456-6C5A-9EE2-3C61-33A85B4860EC}"/>
                  </a:ext>
                </a:extLst>
              </p:cNvPr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8553;p59">
              <a:extLst>
                <a:ext uri="{FF2B5EF4-FFF2-40B4-BE49-F238E27FC236}">
                  <a16:creationId xmlns:a16="http://schemas.microsoft.com/office/drawing/2014/main" id="{E8412BE0-283D-45FC-103D-2DB29ACE8698}"/>
                </a:ext>
              </a:extLst>
            </p:cNvPr>
            <p:cNvGrpSpPr/>
            <p:nvPr/>
          </p:nvGrpSpPr>
          <p:grpSpPr>
            <a:xfrm>
              <a:off x="3358399" y="4193010"/>
              <a:ext cx="1882893" cy="139537"/>
              <a:chOff x="3294800" y="4134603"/>
              <a:chExt cx="2102382" cy="152400"/>
            </a:xfrm>
          </p:grpSpPr>
          <p:sp>
            <p:nvSpPr>
              <p:cNvPr id="13" name="Google Shape;8554;p59">
                <a:extLst>
                  <a:ext uri="{FF2B5EF4-FFF2-40B4-BE49-F238E27FC236}">
                    <a16:creationId xmlns:a16="http://schemas.microsoft.com/office/drawing/2014/main" id="{AD54CE82-FB9C-3BE5-A998-DCEBA9111779}"/>
                  </a:ext>
                </a:extLst>
              </p:cNvPr>
              <p:cNvSpPr/>
              <p:nvPr/>
            </p:nvSpPr>
            <p:spPr>
              <a:xfrm>
                <a:off x="3294800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555;p59">
                <a:extLst>
                  <a:ext uri="{FF2B5EF4-FFF2-40B4-BE49-F238E27FC236}">
                    <a16:creationId xmlns:a16="http://schemas.microsoft.com/office/drawing/2014/main" id="{FA8C8181-0599-AED4-23BC-47F9CA7B6DA3}"/>
                  </a:ext>
                </a:extLst>
              </p:cNvPr>
              <p:cNvSpPr/>
              <p:nvPr/>
            </p:nvSpPr>
            <p:spPr>
              <a:xfrm>
                <a:off x="3831294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8556;p59">
                <a:extLst>
                  <a:ext uri="{FF2B5EF4-FFF2-40B4-BE49-F238E27FC236}">
                    <a16:creationId xmlns:a16="http://schemas.microsoft.com/office/drawing/2014/main" id="{F9212371-62A1-C571-7092-C96EB49846BA}"/>
                  </a:ext>
                </a:extLst>
              </p:cNvPr>
              <p:cNvSpPr/>
              <p:nvPr/>
            </p:nvSpPr>
            <p:spPr>
              <a:xfrm>
                <a:off x="4367788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557;p59">
                <a:extLst>
                  <a:ext uri="{FF2B5EF4-FFF2-40B4-BE49-F238E27FC236}">
                    <a16:creationId xmlns:a16="http://schemas.microsoft.com/office/drawing/2014/main" id="{C85E8E4F-D0BE-0B6D-FA8A-A277C6E16D95}"/>
                  </a:ext>
                </a:extLst>
              </p:cNvPr>
              <p:cNvSpPr/>
              <p:nvPr/>
            </p:nvSpPr>
            <p:spPr>
              <a:xfrm>
                <a:off x="4904282" y="4134603"/>
                <a:ext cx="492900" cy="152400"/>
              </a:xfrm>
              <a:prstGeom prst="flowChartAlternateProcess">
                <a:avLst/>
              </a:prstGeom>
              <a:noFill/>
              <a:ln w="9525" cap="flat" cmpd="sng">
                <a:solidFill>
                  <a:schemeClr val="tx2">
                    <a:lumMod val="75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4F3DBAF-4677-2319-D711-F442439FC729}"/>
              </a:ext>
            </a:extLst>
          </p:cNvPr>
          <p:cNvSpPr/>
          <p:nvPr/>
        </p:nvSpPr>
        <p:spPr>
          <a:xfrm>
            <a:off x="948680" y="1783733"/>
            <a:ext cx="981073" cy="365088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F30F86-2B08-F913-E343-9D440CD26D12}"/>
              </a:ext>
            </a:extLst>
          </p:cNvPr>
          <p:cNvSpPr/>
          <p:nvPr/>
        </p:nvSpPr>
        <p:spPr>
          <a:xfrm>
            <a:off x="2016865" y="1774457"/>
            <a:ext cx="981073" cy="365089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Google Shape;986;p30">
            <a:extLst>
              <a:ext uri="{FF2B5EF4-FFF2-40B4-BE49-F238E27FC236}">
                <a16:creationId xmlns:a16="http://schemas.microsoft.com/office/drawing/2014/main" id="{B5055FFD-E515-D110-52CF-439320EE7CE6}"/>
              </a:ext>
            </a:extLst>
          </p:cNvPr>
          <p:cNvSpPr txBox="1">
            <a:spLocks/>
          </p:cNvSpPr>
          <p:nvPr/>
        </p:nvSpPr>
        <p:spPr>
          <a:xfrm>
            <a:off x="948680" y="1774457"/>
            <a:ext cx="981073" cy="37614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Entretien réparation</a:t>
            </a:r>
          </a:p>
        </p:txBody>
      </p:sp>
      <p:sp>
        <p:nvSpPr>
          <p:cNvPr id="3" name="Google Shape;986;p30">
            <a:extLst>
              <a:ext uri="{FF2B5EF4-FFF2-40B4-BE49-F238E27FC236}">
                <a16:creationId xmlns:a16="http://schemas.microsoft.com/office/drawing/2014/main" id="{B51E6504-6782-B4CD-C76B-63540DEE4A0A}"/>
              </a:ext>
            </a:extLst>
          </p:cNvPr>
          <p:cNvSpPr txBox="1">
            <a:spLocks/>
          </p:cNvSpPr>
          <p:nvPr/>
        </p:nvSpPr>
        <p:spPr>
          <a:xfrm>
            <a:off x="2016864" y="17807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2067, 26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44" name="Google Shape;986;p30">
            <a:extLst>
              <a:ext uri="{FF2B5EF4-FFF2-40B4-BE49-F238E27FC236}">
                <a16:creationId xmlns:a16="http://schemas.microsoft.com/office/drawing/2014/main" id="{B04C37A8-28B8-5AD5-DF8D-ABD792BDDB31}"/>
              </a:ext>
            </a:extLst>
          </p:cNvPr>
          <p:cNvSpPr txBox="1">
            <a:spLocks/>
          </p:cNvSpPr>
          <p:nvPr/>
        </p:nvSpPr>
        <p:spPr>
          <a:xfrm>
            <a:off x="948679" y="1285923"/>
            <a:ext cx="981073" cy="37614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Données</a:t>
            </a:r>
          </a:p>
        </p:txBody>
      </p:sp>
      <p:sp>
        <p:nvSpPr>
          <p:cNvPr id="45" name="Google Shape;986;p30">
            <a:extLst>
              <a:ext uri="{FF2B5EF4-FFF2-40B4-BE49-F238E27FC236}">
                <a16:creationId xmlns:a16="http://schemas.microsoft.com/office/drawing/2014/main" id="{AFF1D6DD-E011-F9F6-BE1F-D5689D216B1B}"/>
              </a:ext>
            </a:extLst>
          </p:cNvPr>
          <p:cNvSpPr txBox="1">
            <a:spLocks/>
          </p:cNvSpPr>
          <p:nvPr/>
        </p:nvSpPr>
        <p:spPr>
          <a:xfrm>
            <a:off x="2016863" y="1310950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Valeur</a:t>
            </a:r>
          </a:p>
        </p:txBody>
      </p:sp>
      <p:sp>
        <p:nvSpPr>
          <p:cNvPr id="46" name="Google Shape;986;p30">
            <a:extLst>
              <a:ext uri="{FF2B5EF4-FFF2-40B4-BE49-F238E27FC236}">
                <a16:creationId xmlns:a16="http://schemas.microsoft.com/office/drawing/2014/main" id="{C42C5B70-3DFC-A3D5-2BBA-DC9BA56CEA13}"/>
              </a:ext>
            </a:extLst>
          </p:cNvPr>
          <p:cNvSpPr txBox="1">
            <a:spLocks/>
          </p:cNvSpPr>
          <p:nvPr/>
        </p:nvSpPr>
        <p:spPr>
          <a:xfrm>
            <a:off x="3085017" y="1299017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Date de début</a:t>
            </a:r>
          </a:p>
        </p:txBody>
      </p:sp>
      <p:sp>
        <p:nvSpPr>
          <p:cNvPr id="47" name="Google Shape;986;p30">
            <a:extLst>
              <a:ext uri="{FF2B5EF4-FFF2-40B4-BE49-F238E27FC236}">
                <a16:creationId xmlns:a16="http://schemas.microsoft.com/office/drawing/2014/main" id="{CAA732A7-1184-FCE8-DB78-1689D7F03201}"/>
              </a:ext>
            </a:extLst>
          </p:cNvPr>
          <p:cNvSpPr txBox="1">
            <a:spLocks/>
          </p:cNvSpPr>
          <p:nvPr/>
        </p:nvSpPr>
        <p:spPr>
          <a:xfrm>
            <a:off x="4153136" y="1294592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Date de fin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9FE6BF4-829D-A5CB-3DF0-EDC86555EFC4}"/>
              </a:ext>
            </a:extLst>
          </p:cNvPr>
          <p:cNvSpPr/>
          <p:nvPr/>
        </p:nvSpPr>
        <p:spPr>
          <a:xfrm>
            <a:off x="3085017" y="1777253"/>
            <a:ext cx="981073" cy="371567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02B55C5-D9EC-685F-A509-4C8FD3D045C6}"/>
              </a:ext>
            </a:extLst>
          </p:cNvPr>
          <p:cNvSpPr/>
          <p:nvPr/>
        </p:nvSpPr>
        <p:spPr>
          <a:xfrm>
            <a:off x="4153135" y="1774457"/>
            <a:ext cx="981073" cy="371567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Google Shape;986;p30">
            <a:extLst>
              <a:ext uri="{FF2B5EF4-FFF2-40B4-BE49-F238E27FC236}">
                <a16:creationId xmlns:a16="http://schemas.microsoft.com/office/drawing/2014/main" id="{64745F1A-28D0-5C43-2F7D-C9D2A9EFCB45}"/>
              </a:ext>
            </a:extLst>
          </p:cNvPr>
          <p:cNvSpPr txBox="1">
            <a:spLocks/>
          </p:cNvSpPr>
          <p:nvPr/>
        </p:nvSpPr>
        <p:spPr>
          <a:xfrm>
            <a:off x="3084804" y="17807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2020-01-11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sp>
        <p:nvSpPr>
          <p:cNvPr id="51" name="Google Shape;986;p30">
            <a:extLst>
              <a:ext uri="{FF2B5EF4-FFF2-40B4-BE49-F238E27FC236}">
                <a16:creationId xmlns:a16="http://schemas.microsoft.com/office/drawing/2014/main" id="{AAAD58DA-E749-96F6-4C1D-E939619813E6}"/>
              </a:ext>
            </a:extLst>
          </p:cNvPr>
          <p:cNvSpPr txBox="1">
            <a:spLocks/>
          </p:cNvSpPr>
          <p:nvPr/>
        </p:nvSpPr>
        <p:spPr>
          <a:xfrm>
            <a:off x="4152710" y="1780745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100" dirty="0">
                <a:solidFill>
                  <a:schemeClr val="bg1"/>
                </a:solidFill>
                <a:latin typeface="Montserrat" panose="00000500000000000000" pitchFamily="2" charset="0"/>
              </a:rPr>
              <a:t>2021-10-31</a:t>
            </a:r>
            <a:endParaRPr lang="fr-FR" sz="12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99651263-FF9D-A8F8-AA7E-1A37BA162121}"/>
              </a:ext>
            </a:extLst>
          </p:cNvPr>
          <p:cNvCxnSpPr>
            <a:cxnSpLocks/>
          </p:cNvCxnSpPr>
          <p:nvPr/>
        </p:nvCxnSpPr>
        <p:spPr>
          <a:xfrm>
            <a:off x="5243498" y="2935189"/>
            <a:ext cx="151925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" name="Image 31">
            <a:extLst>
              <a:ext uri="{FF2B5EF4-FFF2-40B4-BE49-F238E27FC236}">
                <a16:creationId xmlns:a16="http://schemas.microsoft.com/office/drawing/2014/main" id="{6475D917-4F74-5F31-C668-BBD55AAE989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871899" y="2392096"/>
            <a:ext cx="1028700" cy="1028700"/>
          </a:xfrm>
          <a:prstGeom prst="rect">
            <a:avLst/>
          </a:prstGeom>
        </p:spPr>
      </p:pic>
      <p:sp>
        <p:nvSpPr>
          <p:cNvPr id="37" name="Google Shape;986;p30">
            <a:extLst>
              <a:ext uri="{FF2B5EF4-FFF2-40B4-BE49-F238E27FC236}">
                <a16:creationId xmlns:a16="http://schemas.microsoft.com/office/drawing/2014/main" id="{434F226E-1624-C7E9-53B5-2DC1C99FCE99}"/>
              </a:ext>
            </a:extLst>
          </p:cNvPr>
          <p:cNvSpPr txBox="1">
            <a:spLocks/>
          </p:cNvSpPr>
          <p:nvPr/>
        </p:nvSpPr>
        <p:spPr>
          <a:xfrm>
            <a:off x="6895712" y="3490646"/>
            <a:ext cx="981073" cy="358801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fr-FR" sz="1200" dirty="0">
                <a:solidFill>
                  <a:schemeClr val="bg1"/>
                </a:solidFill>
                <a:latin typeface="Montserrat" panose="00000500000000000000" pitchFamily="2" charset="0"/>
              </a:rPr>
              <a:t>Base de données</a:t>
            </a:r>
          </a:p>
        </p:txBody>
      </p:sp>
    </p:spTree>
    <p:extLst>
      <p:ext uri="{BB962C8B-B14F-4D97-AF65-F5344CB8AC3E}">
        <p14:creationId xmlns:p14="http://schemas.microsoft.com/office/powerpoint/2010/main" val="1064749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22538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Comment répondre à cette problématique ?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53D1FBC-6221-0DE7-00E4-C27B0BEF2463}"/>
              </a:ext>
            </a:extLst>
          </p:cNvPr>
          <p:cNvGrpSpPr/>
          <p:nvPr/>
        </p:nvGrpSpPr>
        <p:grpSpPr>
          <a:xfrm>
            <a:off x="4062574" y="1542696"/>
            <a:ext cx="1141234" cy="1004078"/>
            <a:chOff x="6378166" y="2077894"/>
            <a:chExt cx="1141234" cy="1004078"/>
          </a:xfrm>
        </p:grpSpPr>
        <p:sp>
          <p:nvSpPr>
            <p:cNvPr id="11" name="Google Shape;12277;p66">
              <a:extLst>
                <a:ext uri="{FF2B5EF4-FFF2-40B4-BE49-F238E27FC236}">
                  <a16:creationId xmlns:a16="http://schemas.microsoft.com/office/drawing/2014/main" id="{A50DD084-DB1E-4D3F-06B7-B94E3F3021E1}"/>
                </a:ext>
              </a:extLst>
            </p:cNvPr>
            <p:cNvSpPr/>
            <p:nvPr/>
          </p:nvSpPr>
          <p:spPr>
            <a:xfrm>
              <a:off x="6551719" y="2077894"/>
              <a:ext cx="794129" cy="696301"/>
            </a:xfrm>
            <a:custGeom>
              <a:avLst/>
              <a:gdLst/>
              <a:ahLst/>
              <a:cxnLst/>
              <a:rect l="l" t="t" r="r" b="b"/>
              <a:pathLst>
                <a:path w="11431" h="9799" extrusionOk="0">
                  <a:moveTo>
                    <a:pt x="4347" y="1"/>
                  </a:moveTo>
                  <a:cubicBezTo>
                    <a:pt x="3957" y="1"/>
                    <a:pt x="3588" y="148"/>
                    <a:pt x="3311" y="435"/>
                  </a:cubicBezTo>
                  <a:lnTo>
                    <a:pt x="3287" y="447"/>
                  </a:lnTo>
                  <a:lnTo>
                    <a:pt x="3275" y="447"/>
                  </a:lnTo>
                  <a:cubicBezTo>
                    <a:pt x="3189" y="435"/>
                    <a:pt x="3104" y="429"/>
                    <a:pt x="3019" y="429"/>
                  </a:cubicBezTo>
                  <a:cubicBezTo>
                    <a:pt x="2531" y="429"/>
                    <a:pt x="2074" y="633"/>
                    <a:pt x="1739" y="1019"/>
                  </a:cubicBezTo>
                  <a:cubicBezTo>
                    <a:pt x="1358" y="1459"/>
                    <a:pt x="1239" y="2055"/>
                    <a:pt x="1418" y="2602"/>
                  </a:cubicBezTo>
                  <a:lnTo>
                    <a:pt x="1418" y="2626"/>
                  </a:lnTo>
                  <a:lnTo>
                    <a:pt x="1406" y="2638"/>
                  </a:lnTo>
                  <a:cubicBezTo>
                    <a:pt x="549" y="3007"/>
                    <a:pt x="1" y="3841"/>
                    <a:pt x="1" y="4769"/>
                  </a:cubicBezTo>
                  <a:cubicBezTo>
                    <a:pt x="1" y="5507"/>
                    <a:pt x="346" y="6198"/>
                    <a:pt x="941" y="6627"/>
                  </a:cubicBezTo>
                  <a:lnTo>
                    <a:pt x="953" y="6638"/>
                  </a:lnTo>
                  <a:lnTo>
                    <a:pt x="941" y="6650"/>
                  </a:lnTo>
                  <a:cubicBezTo>
                    <a:pt x="608" y="7281"/>
                    <a:pt x="703" y="7996"/>
                    <a:pt x="1168" y="8532"/>
                  </a:cubicBezTo>
                  <a:cubicBezTo>
                    <a:pt x="1492" y="8915"/>
                    <a:pt x="1937" y="9116"/>
                    <a:pt x="2409" y="9116"/>
                  </a:cubicBezTo>
                  <a:cubicBezTo>
                    <a:pt x="2597" y="9116"/>
                    <a:pt x="2788" y="9084"/>
                    <a:pt x="2977" y="9020"/>
                  </a:cubicBezTo>
                  <a:lnTo>
                    <a:pt x="2989" y="9020"/>
                  </a:lnTo>
                  <a:lnTo>
                    <a:pt x="3013" y="9032"/>
                  </a:lnTo>
                  <a:cubicBezTo>
                    <a:pt x="3108" y="9210"/>
                    <a:pt x="3251" y="9377"/>
                    <a:pt x="3406" y="9496"/>
                  </a:cubicBezTo>
                  <a:cubicBezTo>
                    <a:pt x="3433" y="9523"/>
                    <a:pt x="3473" y="9536"/>
                    <a:pt x="3511" y="9536"/>
                  </a:cubicBezTo>
                  <a:cubicBezTo>
                    <a:pt x="3524" y="9536"/>
                    <a:pt x="3537" y="9535"/>
                    <a:pt x="3549" y="9532"/>
                  </a:cubicBezTo>
                  <a:cubicBezTo>
                    <a:pt x="3585" y="9532"/>
                    <a:pt x="3632" y="9496"/>
                    <a:pt x="3668" y="9472"/>
                  </a:cubicBezTo>
                  <a:cubicBezTo>
                    <a:pt x="3692" y="9436"/>
                    <a:pt x="3704" y="9377"/>
                    <a:pt x="3692" y="9329"/>
                  </a:cubicBezTo>
                  <a:cubicBezTo>
                    <a:pt x="3692" y="9294"/>
                    <a:pt x="3668" y="9246"/>
                    <a:pt x="3632" y="9210"/>
                  </a:cubicBezTo>
                  <a:cubicBezTo>
                    <a:pt x="3466" y="9079"/>
                    <a:pt x="3335" y="8913"/>
                    <a:pt x="3263" y="8710"/>
                  </a:cubicBezTo>
                  <a:cubicBezTo>
                    <a:pt x="3251" y="8663"/>
                    <a:pt x="3204" y="8639"/>
                    <a:pt x="3156" y="8603"/>
                  </a:cubicBezTo>
                  <a:cubicBezTo>
                    <a:pt x="3132" y="8597"/>
                    <a:pt x="3111" y="8594"/>
                    <a:pt x="3090" y="8594"/>
                  </a:cubicBezTo>
                  <a:cubicBezTo>
                    <a:pt x="3070" y="8594"/>
                    <a:pt x="3049" y="8597"/>
                    <a:pt x="3025" y="8603"/>
                  </a:cubicBezTo>
                  <a:cubicBezTo>
                    <a:pt x="2841" y="8695"/>
                    <a:pt x="2642" y="8741"/>
                    <a:pt x="2443" y="8741"/>
                  </a:cubicBezTo>
                  <a:cubicBezTo>
                    <a:pt x="2177" y="8741"/>
                    <a:pt x="1911" y="8659"/>
                    <a:pt x="1680" y="8496"/>
                  </a:cubicBezTo>
                  <a:cubicBezTo>
                    <a:pt x="1287" y="8222"/>
                    <a:pt x="1072" y="7758"/>
                    <a:pt x="1120" y="7281"/>
                  </a:cubicBezTo>
                  <a:cubicBezTo>
                    <a:pt x="1191" y="6615"/>
                    <a:pt x="1763" y="6091"/>
                    <a:pt x="2442" y="6091"/>
                  </a:cubicBezTo>
                  <a:cubicBezTo>
                    <a:pt x="2537" y="6091"/>
                    <a:pt x="2620" y="6019"/>
                    <a:pt x="2620" y="5912"/>
                  </a:cubicBezTo>
                  <a:cubicBezTo>
                    <a:pt x="2620" y="5817"/>
                    <a:pt x="2549" y="5734"/>
                    <a:pt x="2442" y="5734"/>
                  </a:cubicBezTo>
                  <a:cubicBezTo>
                    <a:pt x="1965" y="5734"/>
                    <a:pt x="1501" y="5936"/>
                    <a:pt x="1180" y="6317"/>
                  </a:cubicBezTo>
                  <a:lnTo>
                    <a:pt x="1168" y="6329"/>
                  </a:lnTo>
                  <a:lnTo>
                    <a:pt x="1144" y="6317"/>
                  </a:lnTo>
                  <a:cubicBezTo>
                    <a:pt x="644" y="5936"/>
                    <a:pt x="358" y="5365"/>
                    <a:pt x="358" y="4733"/>
                  </a:cubicBezTo>
                  <a:cubicBezTo>
                    <a:pt x="358" y="3948"/>
                    <a:pt x="822" y="3233"/>
                    <a:pt x="1549" y="2936"/>
                  </a:cubicBezTo>
                  <a:lnTo>
                    <a:pt x="1561" y="2912"/>
                  </a:lnTo>
                  <a:lnTo>
                    <a:pt x="1584" y="2936"/>
                  </a:lnTo>
                  <a:cubicBezTo>
                    <a:pt x="1882" y="3436"/>
                    <a:pt x="2430" y="3757"/>
                    <a:pt x="3025" y="3757"/>
                  </a:cubicBezTo>
                  <a:cubicBezTo>
                    <a:pt x="3108" y="3757"/>
                    <a:pt x="3204" y="3674"/>
                    <a:pt x="3204" y="3567"/>
                  </a:cubicBezTo>
                  <a:cubicBezTo>
                    <a:pt x="3204" y="3471"/>
                    <a:pt x="3132" y="3388"/>
                    <a:pt x="3025" y="3388"/>
                  </a:cubicBezTo>
                  <a:cubicBezTo>
                    <a:pt x="2501" y="3388"/>
                    <a:pt x="2025" y="3079"/>
                    <a:pt x="1822" y="2614"/>
                  </a:cubicBezTo>
                  <a:cubicBezTo>
                    <a:pt x="1620" y="2186"/>
                    <a:pt x="1668" y="1709"/>
                    <a:pt x="1942" y="1328"/>
                  </a:cubicBezTo>
                  <a:cubicBezTo>
                    <a:pt x="2196" y="946"/>
                    <a:pt x="2608" y="744"/>
                    <a:pt x="3058" y="744"/>
                  </a:cubicBezTo>
                  <a:cubicBezTo>
                    <a:pt x="3071" y="744"/>
                    <a:pt x="3084" y="745"/>
                    <a:pt x="3096" y="745"/>
                  </a:cubicBezTo>
                  <a:cubicBezTo>
                    <a:pt x="3549" y="769"/>
                    <a:pt x="3930" y="995"/>
                    <a:pt x="4156" y="1388"/>
                  </a:cubicBezTo>
                  <a:cubicBezTo>
                    <a:pt x="4189" y="1437"/>
                    <a:pt x="4245" y="1464"/>
                    <a:pt x="4307" y="1464"/>
                  </a:cubicBezTo>
                  <a:cubicBezTo>
                    <a:pt x="4335" y="1464"/>
                    <a:pt x="4365" y="1458"/>
                    <a:pt x="4394" y="1447"/>
                  </a:cubicBezTo>
                  <a:cubicBezTo>
                    <a:pt x="4466" y="1400"/>
                    <a:pt x="4501" y="1293"/>
                    <a:pt x="4454" y="1209"/>
                  </a:cubicBezTo>
                  <a:cubicBezTo>
                    <a:pt x="4275" y="923"/>
                    <a:pt x="4037" y="697"/>
                    <a:pt x="3727" y="554"/>
                  </a:cubicBezTo>
                  <a:lnTo>
                    <a:pt x="3692" y="531"/>
                  </a:lnTo>
                  <a:lnTo>
                    <a:pt x="3727" y="519"/>
                  </a:lnTo>
                  <a:cubicBezTo>
                    <a:pt x="3925" y="392"/>
                    <a:pt x="4142" y="329"/>
                    <a:pt x="4362" y="329"/>
                  </a:cubicBezTo>
                  <a:cubicBezTo>
                    <a:pt x="4553" y="329"/>
                    <a:pt x="4747" y="377"/>
                    <a:pt x="4930" y="471"/>
                  </a:cubicBezTo>
                  <a:cubicBezTo>
                    <a:pt x="5311" y="685"/>
                    <a:pt x="5537" y="1066"/>
                    <a:pt x="5537" y="1519"/>
                  </a:cubicBezTo>
                  <a:lnTo>
                    <a:pt x="5537" y="4031"/>
                  </a:lnTo>
                  <a:lnTo>
                    <a:pt x="5513" y="4031"/>
                  </a:lnTo>
                  <a:cubicBezTo>
                    <a:pt x="5156" y="4019"/>
                    <a:pt x="4918" y="3888"/>
                    <a:pt x="4751" y="3626"/>
                  </a:cubicBezTo>
                  <a:cubicBezTo>
                    <a:pt x="4719" y="3577"/>
                    <a:pt x="4652" y="3550"/>
                    <a:pt x="4590" y="3550"/>
                  </a:cubicBezTo>
                  <a:cubicBezTo>
                    <a:pt x="4562" y="3550"/>
                    <a:pt x="4535" y="3556"/>
                    <a:pt x="4513" y="3567"/>
                  </a:cubicBezTo>
                  <a:cubicBezTo>
                    <a:pt x="4442" y="3614"/>
                    <a:pt x="4406" y="3733"/>
                    <a:pt x="4454" y="3805"/>
                  </a:cubicBezTo>
                  <a:cubicBezTo>
                    <a:pt x="4680" y="4162"/>
                    <a:pt x="5037" y="4364"/>
                    <a:pt x="5490" y="4376"/>
                  </a:cubicBezTo>
                  <a:lnTo>
                    <a:pt x="5513" y="4376"/>
                  </a:lnTo>
                  <a:lnTo>
                    <a:pt x="5513" y="7008"/>
                  </a:lnTo>
                  <a:lnTo>
                    <a:pt x="5466" y="6984"/>
                  </a:lnTo>
                  <a:cubicBezTo>
                    <a:pt x="5240" y="6758"/>
                    <a:pt x="4930" y="6638"/>
                    <a:pt x="4620" y="6638"/>
                  </a:cubicBezTo>
                  <a:lnTo>
                    <a:pt x="3549" y="6638"/>
                  </a:lnTo>
                  <a:cubicBezTo>
                    <a:pt x="3454" y="6638"/>
                    <a:pt x="3370" y="6710"/>
                    <a:pt x="3370" y="6817"/>
                  </a:cubicBezTo>
                  <a:cubicBezTo>
                    <a:pt x="3370" y="6900"/>
                    <a:pt x="3442" y="6996"/>
                    <a:pt x="3549" y="6996"/>
                  </a:cubicBezTo>
                  <a:lnTo>
                    <a:pt x="4620" y="6996"/>
                  </a:lnTo>
                  <a:cubicBezTo>
                    <a:pt x="5109" y="6996"/>
                    <a:pt x="5490" y="7400"/>
                    <a:pt x="5490" y="7877"/>
                  </a:cubicBezTo>
                  <a:lnTo>
                    <a:pt x="5490" y="8258"/>
                  </a:lnTo>
                  <a:cubicBezTo>
                    <a:pt x="5490" y="8603"/>
                    <a:pt x="5347" y="8924"/>
                    <a:pt x="5073" y="9163"/>
                  </a:cubicBezTo>
                  <a:cubicBezTo>
                    <a:pt x="4859" y="9347"/>
                    <a:pt x="4589" y="9453"/>
                    <a:pt x="4310" y="9453"/>
                  </a:cubicBezTo>
                  <a:cubicBezTo>
                    <a:pt x="4247" y="9453"/>
                    <a:pt x="4184" y="9447"/>
                    <a:pt x="4120" y="9436"/>
                  </a:cubicBezTo>
                  <a:lnTo>
                    <a:pt x="4097" y="9436"/>
                  </a:lnTo>
                  <a:cubicBezTo>
                    <a:pt x="4061" y="9436"/>
                    <a:pt x="4025" y="9448"/>
                    <a:pt x="3989" y="9460"/>
                  </a:cubicBezTo>
                  <a:cubicBezTo>
                    <a:pt x="3942" y="9496"/>
                    <a:pt x="3930" y="9544"/>
                    <a:pt x="3918" y="9579"/>
                  </a:cubicBezTo>
                  <a:cubicBezTo>
                    <a:pt x="3906" y="9675"/>
                    <a:pt x="3966" y="9758"/>
                    <a:pt x="4061" y="9782"/>
                  </a:cubicBezTo>
                  <a:cubicBezTo>
                    <a:pt x="4137" y="9793"/>
                    <a:pt x="4213" y="9799"/>
                    <a:pt x="4289" y="9799"/>
                  </a:cubicBezTo>
                  <a:cubicBezTo>
                    <a:pt x="4842" y="9799"/>
                    <a:pt x="5372" y="9500"/>
                    <a:pt x="5644" y="9008"/>
                  </a:cubicBezTo>
                  <a:lnTo>
                    <a:pt x="5656" y="8972"/>
                  </a:lnTo>
                  <a:lnTo>
                    <a:pt x="5668" y="9008"/>
                  </a:lnTo>
                  <a:cubicBezTo>
                    <a:pt x="5951" y="9500"/>
                    <a:pt x="6473" y="9799"/>
                    <a:pt x="7024" y="9799"/>
                  </a:cubicBezTo>
                  <a:cubicBezTo>
                    <a:pt x="7100" y="9799"/>
                    <a:pt x="7176" y="9793"/>
                    <a:pt x="7252" y="9782"/>
                  </a:cubicBezTo>
                  <a:cubicBezTo>
                    <a:pt x="7335" y="9758"/>
                    <a:pt x="7418" y="9675"/>
                    <a:pt x="7395" y="9579"/>
                  </a:cubicBezTo>
                  <a:cubicBezTo>
                    <a:pt x="7395" y="9544"/>
                    <a:pt x="7371" y="9496"/>
                    <a:pt x="7323" y="9460"/>
                  </a:cubicBezTo>
                  <a:cubicBezTo>
                    <a:pt x="7288" y="9443"/>
                    <a:pt x="7260" y="9432"/>
                    <a:pt x="7228" y="9432"/>
                  </a:cubicBezTo>
                  <a:cubicBezTo>
                    <a:pt x="7217" y="9432"/>
                    <a:pt x="7205" y="9433"/>
                    <a:pt x="7192" y="9436"/>
                  </a:cubicBezTo>
                  <a:cubicBezTo>
                    <a:pt x="7129" y="9447"/>
                    <a:pt x="7066" y="9453"/>
                    <a:pt x="7003" y="9453"/>
                  </a:cubicBezTo>
                  <a:cubicBezTo>
                    <a:pt x="6723" y="9453"/>
                    <a:pt x="6454" y="9347"/>
                    <a:pt x="6240" y="9163"/>
                  </a:cubicBezTo>
                  <a:cubicBezTo>
                    <a:pt x="5978" y="8948"/>
                    <a:pt x="5823" y="8615"/>
                    <a:pt x="5823" y="8258"/>
                  </a:cubicBezTo>
                  <a:lnTo>
                    <a:pt x="5823" y="6746"/>
                  </a:lnTo>
                  <a:cubicBezTo>
                    <a:pt x="5823" y="6246"/>
                    <a:pt x="6228" y="5865"/>
                    <a:pt x="6704" y="5865"/>
                  </a:cubicBezTo>
                  <a:lnTo>
                    <a:pt x="8252" y="5865"/>
                  </a:lnTo>
                  <a:cubicBezTo>
                    <a:pt x="8335" y="5865"/>
                    <a:pt x="8430" y="5793"/>
                    <a:pt x="8430" y="5686"/>
                  </a:cubicBezTo>
                  <a:cubicBezTo>
                    <a:pt x="8430" y="5579"/>
                    <a:pt x="8359" y="5507"/>
                    <a:pt x="8252" y="5507"/>
                  </a:cubicBezTo>
                  <a:lnTo>
                    <a:pt x="6704" y="5507"/>
                  </a:lnTo>
                  <a:cubicBezTo>
                    <a:pt x="6383" y="5507"/>
                    <a:pt x="6085" y="5626"/>
                    <a:pt x="5847" y="5853"/>
                  </a:cubicBezTo>
                  <a:lnTo>
                    <a:pt x="5811" y="5876"/>
                  </a:lnTo>
                  <a:lnTo>
                    <a:pt x="5811" y="5210"/>
                  </a:lnTo>
                  <a:lnTo>
                    <a:pt x="5823" y="5210"/>
                  </a:lnTo>
                  <a:cubicBezTo>
                    <a:pt x="6549" y="5186"/>
                    <a:pt x="7133" y="4591"/>
                    <a:pt x="7133" y="3841"/>
                  </a:cubicBezTo>
                  <a:cubicBezTo>
                    <a:pt x="7133" y="3757"/>
                    <a:pt x="7061" y="3662"/>
                    <a:pt x="6954" y="3662"/>
                  </a:cubicBezTo>
                  <a:cubicBezTo>
                    <a:pt x="6859" y="3662"/>
                    <a:pt x="6775" y="3733"/>
                    <a:pt x="6775" y="3841"/>
                  </a:cubicBezTo>
                  <a:cubicBezTo>
                    <a:pt x="6775" y="4376"/>
                    <a:pt x="6359" y="4829"/>
                    <a:pt x="5823" y="4853"/>
                  </a:cubicBezTo>
                  <a:lnTo>
                    <a:pt x="5787" y="4853"/>
                  </a:lnTo>
                  <a:lnTo>
                    <a:pt x="5787" y="1543"/>
                  </a:lnTo>
                  <a:cubicBezTo>
                    <a:pt x="5787" y="1114"/>
                    <a:pt x="6013" y="709"/>
                    <a:pt x="6406" y="507"/>
                  </a:cubicBezTo>
                  <a:cubicBezTo>
                    <a:pt x="6582" y="408"/>
                    <a:pt x="6773" y="360"/>
                    <a:pt x="6963" y="360"/>
                  </a:cubicBezTo>
                  <a:cubicBezTo>
                    <a:pt x="7186" y="360"/>
                    <a:pt x="7410" y="426"/>
                    <a:pt x="7609" y="554"/>
                  </a:cubicBezTo>
                  <a:lnTo>
                    <a:pt x="7633" y="566"/>
                  </a:lnTo>
                  <a:lnTo>
                    <a:pt x="7728" y="602"/>
                  </a:lnTo>
                  <a:cubicBezTo>
                    <a:pt x="7430" y="733"/>
                    <a:pt x="7180" y="971"/>
                    <a:pt x="7002" y="1257"/>
                  </a:cubicBezTo>
                  <a:cubicBezTo>
                    <a:pt x="6954" y="1328"/>
                    <a:pt x="6966" y="1447"/>
                    <a:pt x="7061" y="1495"/>
                  </a:cubicBezTo>
                  <a:cubicBezTo>
                    <a:pt x="7086" y="1507"/>
                    <a:pt x="7116" y="1514"/>
                    <a:pt x="7147" y="1514"/>
                  </a:cubicBezTo>
                  <a:cubicBezTo>
                    <a:pt x="7206" y="1514"/>
                    <a:pt x="7268" y="1490"/>
                    <a:pt x="7299" y="1435"/>
                  </a:cubicBezTo>
                  <a:cubicBezTo>
                    <a:pt x="7526" y="1054"/>
                    <a:pt x="7918" y="816"/>
                    <a:pt x="8371" y="793"/>
                  </a:cubicBezTo>
                  <a:cubicBezTo>
                    <a:pt x="8405" y="790"/>
                    <a:pt x="8438" y="789"/>
                    <a:pt x="8471" y="789"/>
                  </a:cubicBezTo>
                  <a:cubicBezTo>
                    <a:pt x="8895" y="789"/>
                    <a:pt x="9271" y="998"/>
                    <a:pt x="9514" y="1340"/>
                  </a:cubicBezTo>
                  <a:cubicBezTo>
                    <a:pt x="9788" y="1709"/>
                    <a:pt x="9847" y="2186"/>
                    <a:pt x="9669" y="2602"/>
                  </a:cubicBezTo>
                  <a:cubicBezTo>
                    <a:pt x="9454" y="3114"/>
                    <a:pt x="8978" y="3436"/>
                    <a:pt x="8430" y="3436"/>
                  </a:cubicBezTo>
                  <a:cubicBezTo>
                    <a:pt x="8335" y="3436"/>
                    <a:pt x="8252" y="3519"/>
                    <a:pt x="8252" y="3614"/>
                  </a:cubicBezTo>
                  <a:cubicBezTo>
                    <a:pt x="8252" y="3721"/>
                    <a:pt x="8323" y="3793"/>
                    <a:pt x="8430" y="3793"/>
                  </a:cubicBezTo>
                  <a:cubicBezTo>
                    <a:pt x="9014" y="3793"/>
                    <a:pt x="9573" y="3483"/>
                    <a:pt x="9871" y="2983"/>
                  </a:cubicBezTo>
                  <a:lnTo>
                    <a:pt x="9883" y="2959"/>
                  </a:lnTo>
                  <a:lnTo>
                    <a:pt x="9907" y="2983"/>
                  </a:lnTo>
                  <a:cubicBezTo>
                    <a:pt x="10562" y="3257"/>
                    <a:pt x="10990" y="3841"/>
                    <a:pt x="11074" y="4555"/>
                  </a:cubicBezTo>
                  <a:cubicBezTo>
                    <a:pt x="11169" y="5269"/>
                    <a:pt x="10871" y="5936"/>
                    <a:pt x="10300" y="6353"/>
                  </a:cubicBezTo>
                  <a:lnTo>
                    <a:pt x="10288" y="6377"/>
                  </a:lnTo>
                  <a:lnTo>
                    <a:pt x="10276" y="6353"/>
                  </a:lnTo>
                  <a:cubicBezTo>
                    <a:pt x="9966" y="5984"/>
                    <a:pt x="9502" y="5781"/>
                    <a:pt x="9014" y="5781"/>
                  </a:cubicBezTo>
                  <a:cubicBezTo>
                    <a:pt x="8919" y="5781"/>
                    <a:pt x="8835" y="5853"/>
                    <a:pt x="8835" y="5960"/>
                  </a:cubicBezTo>
                  <a:cubicBezTo>
                    <a:pt x="8835" y="6055"/>
                    <a:pt x="8907" y="6138"/>
                    <a:pt x="9014" y="6138"/>
                  </a:cubicBezTo>
                  <a:cubicBezTo>
                    <a:pt x="9633" y="6138"/>
                    <a:pt x="10181" y="6579"/>
                    <a:pt x="10300" y="7186"/>
                  </a:cubicBezTo>
                  <a:cubicBezTo>
                    <a:pt x="10407" y="7698"/>
                    <a:pt x="10228" y="8186"/>
                    <a:pt x="9812" y="8496"/>
                  </a:cubicBezTo>
                  <a:cubicBezTo>
                    <a:pt x="9570" y="8688"/>
                    <a:pt x="9281" y="8786"/>
                    <a:pt x="8992" y="8786"/>
                  </a:cubicBezTo>
                  <a:cubicBezTo>
                    <a:pt x="8796" y="8786"/>
                    <a:pt x="8601" y="8742"/>
                    <a:pt x="8419" y="8651"/>
                  </a:cubicBezTo>
                  <a:cubicBezTo>
                    <a:pt x="8390" y="8643"/>
                    <a:pt x="8361" y="8632"/>
                    <a:pt x="8332" y="8632"/>
                  </a:cubicBezTo>
                  <a:cubicBezTo>
                    <a:pt x="8313" y="8632"/>
                    <a:pt x="8294" y="8637"/>
                    <a:pt x="8276" y="8651"/>
                  </a:cubicBezTo>
                  <a:cubicBezTo>
                    <a:pt x="8240" y="8663"/>
                    <a:pt x="8204" y="8698"/>
                    <a:pt x="8180" y="8758"/>
                  </a:cubicBezTo>
                  <a:cubicBezTo>
                    <a:pt x="8097" y="8948"/>
                    <a:pt x="7966" y="9127"/>
                    <a:pt x="7799" y="9258"/>
                  </a:cubicBezTo>
                  <a:cubicBezTo>
                    <a:pt x="7776" y="9294"/>
                    <a:pt x="7740" y="9329"/>
                    <a:pt x="7740" y="9377"/>
                  </a:cubicBezTo>
                  <a:cubicBezTo>
                    <a:pt x="7740" y="9425"/>
                    <a:pt x="7740" y="9472"/>
                    <a:pt x="7776" y="9508"/>
                  </a:cubicBezTo>
                  <a:cubicBezTo>
                    <a:pt x="7810" y="9556"/>
                    <a:pt x="7861" y="9581"/>
                    <a:pt x="7912" y="9581"/>
                  </a:cubicBezTo>
                  <a:cubicBezTo>
                    <a:pt x="7948" y="9581"/>
                    <a:pt x="7984" y="9568"/>
                    <a:pt x="8014" y="9544"/>
                  </a:cubicBezTo>
                  <a:cubicBezTo>
                    <a:pt x="8180" y="9413"/>
                    <a:pt x="8311" y="9258"/>
                    <a:pt x="8419" y="9079"/>
                  </a:cubicBezTo>
                  <a:lnTo>
                    <a:pt x="8430" y="9067"/>
                  </a:lnTo>
                  <a:lnTo>
                    <a:pt x="8442" y="9067"/>
                  </a:lnTo>
                  <a:cubicBezTo>
                    <a:pt x="8618" y="9127"/>
                    <a:pt x="8801" y="9156"/>
                    <a:pt x="8983" y="9156"/>
                  </a:cubicBezTo>
                  <a:cubicBezTo>
                    <a:pt x="9343" y="9156"/>
                    <a:pt x="9702" y="9043"/>
                    <a:pt x="10002" y="8829"/>
                  </a:cubicBezTo>
                  <a:cubicBezTo>
                    <a:pt x="10466" y="8484"/>
                    <a:pt x="10705" y="7960"/>
                    <a:pt x="10681" y="7400"/>
                  </a:cubicBezTo>
                  <a:cubicBezTo>
                    <a:pt x="10657" y="7162"/>
                    <a:pt x="10597" y="6924"/>
                    <a:pt x="10478" y="6710"/>
                  </a:cubicBezTo>
                  <a:lnTo>
                    <a:pt x="10466" y="6698"/>
                  </a:lnTo>
                  <a:lnTo>
                    <a:pt x="10478" y="6686"/>
                  </a:lnTo>
                  <a:cubicBezTo>
                    <a:pt x="11097" y="6198"/>
                    <a:pt x="11431" y="5507"/>
                    <a:pt x="11431" y="4769"/>
                  </a:cubicBezTo>
                  <a:cubicBezTo>
                    <a:pt x="11431" y="3841"/>
                    <a:pt x="10883" y="3007"/>
                    <a:pt x="10038" y="2638"/>
                  </a:cubicBezTo>
                  <a:lnTo>
                    <a:pt x="10026" y="2626"/>
                  </a:lnTo>
                  <a:lnTo>
                    <a:pt x="10026" y="2602"/>
                  </a:lnTo>
                  <a:cubicBezTo>
                    <a:pt x="10204" y="2055"/>
                    <a:pt x="10062" y="1459"/>
                    <a:pt x="9693" y="1019"/>
                  </a:cubicBezTo>
                  <a:cubicBezTo>
                    <a:pt x="9378" y="633"/>
                    <a:pt x="8907" y="429"/>
                    <a:pt x="8421" y="429"/>
                  </a:cubicBezTo>
                  <a:cubicBezTo>
                    <a:pt x="8337" y="429"/>
                    <a:pt x="8253" y="435"/>
                    <a:pt x="8169" y="447"/>
                  </a:cubicBezTo>
                  <a:lnTo>
                    <a:pt x="8157" y="447"/>
                  </a:lnTo>
                  <a:lnTo>
                    <a:pt x="8145" y="435"/>
                  </a:lnTo>
                  <a:cubicBezTo>
                    <a:pt x="7855" y="156"/>
                    <a:pt x="7473" y="2"/>
                    <a:pt x="7076" y="2"/>
                  </a:cubicBezTo>
                  <a:cubicBezTo>
                    <a:pt x="7000" y="2"/>
                    <a:pt x="6923" y="7"/>
                    <a:pt x="6847" y="19"/>
                  </a:cubicBezTo>
                  <a:cubicBezTo>
                    <a:pt x="6371" y="90"/>
                    <a:pt x="5966" y="376"/>
                    <a:pt x="5728" y="793"/>
                  </a:cubicBezTo>
                  <a:lnTo>
                    <a:pt x="5716" y="816"/>
                  </a:lnTo>
                  <a:lnTo>
                    <a:pt x="5704" y="793"/>
                  </a:lnTo>
                  <a:cubicBezTo>
                    <a:pt x="5466" y="376"/>
                    <a:pt x="5061" y="90"/>
                    <a:pt x="4585" y="19"/>
                  </a:cubicBezTo>
                  <a:cubicBezTo>
                    <a:pt x="4505" y="7"/>
                    <a:pt x="4426" y="1"/>
                    <a:pt x="4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EB5F2BAF-7CA8-8136-8982-0E1568B42842}"/>
                </a:ext>
              </a:extLst>
            </p:cNvPr>
            <p:cNvSpPr txBox="1"/>
            <p:nvPr/>
          </p:nvSpPr>
          <p:spPr>
            <a:xfrm>
              <a:off x="6378166" y="2774195"/>
              <a:ext cx="11412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Modèle IA</a:t>
              </a:r>
            </a:p>
          </p:txBody>
        </p:sp>
      </p:grp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88591AEF-4443-492B-FDC0-BCD5DC9322FF}"/>
              </a:ext>
            </a:extLst>
          </p:cNvPr>
          <p:cNvCxnSpPr>
            <a:cxnSpLocks/>
          </p:cNvCxnSpPr>
          <p:nvPr/>
        </p:nvCxnSpPr>
        <p:spPr>
          <a:xfrm flipH="1">
            <a:off x="3070229" y="2533012"/>
            <a:ext cx="965875" cy="52064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316" name="Picture 4">
            <a:extLst>
              <a:ext uri="{FF2B5EF4-FFF2-40B4-BE49-F238E27FC236}">
                <a16:creationId xmlns:a16="http://schemas.microsoft.com/office/drawing/2014/main" id="{FD33CC6D-9EE0-15D8-82B8-D9873568A2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1333" y="3105330"/>
            <a:ext cx="1917700" cy="95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nlp-logo - Personal Trainer Ipswich | Group Fitness Ipswich | Body Switch">
            <a:extLst>
              <a:ext uri="{FF2B5EF4-FFF2-40B4-BE49-F238E27FC236}">
                <a16:creationId xmlns:a16="http://schemas.microsoft.com/office/drawing/2014/main" id="{58619C6E-652C-1623-C8DC-89FA13929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5438" y="3157003"/>
            <a:ext cx="855505" cy="855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1219F63B-5D27-781D-1627-BB7DDABC60C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4633191" y="2546774"/>
            <a:ext cx="0" cy="558556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728EAC63-84D7-4011-ED66-DAD5DD7F0A4F}"/>
              </a:ext>
            </a:extLst>
          </p:cNvPr>
          <p:cNvCxnSpPr>
            <a:cxnSpLocks/>
          </p:cNvCxnSpPr>
          <p:nvPr/>
        </p:nvCxnSpPr>
        <p:spPr>
          <a:xfrm>
            <a:off x="5275217" y="2533012"/>
            <a:ext cx="863621" cy="506884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322" name="Picture 10">
            <a:extLst>
              <a:ext uri="{FF2B5EF4-FFF2-40B4-BE49-F238E27FC236}">
                <a16:creationId xmlns:a16="http://schemas.microsoft.com/office/drawing/2014/main" id="{95B8BEAA-6C8B-273B-DF6D-D3E43E691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302" y="2836777"/>
            <a:ext cx="1409700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175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3D2A2C43-F33F-C7D0-B9C0-B9B6235A8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8126" y="1340752"/>
            <a:ext cx="3167748" cy="31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69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3D6E7FA4-B2D9-D81E-9C8F-0488B57C4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130" y="1478288"/>
            <a:ext cx="5760720" cy="261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16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7411" name="Picture 3">
            <a:extLst>
              <a:ext uri="{FF2B5EF4-FFF2-40B4-BE49-F238E27FC236}">
                <a16:creationId xmlns:a16="http://schemas.microsoft.com/office/drawing/2014/main" id="{12A92643-B685-602E-8E73-8159D29E7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8150" y="1408424"/>
            <a:ext cx="4748900" cy="30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20073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Intersection sur union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458" name="Picture 2">
            <a:extLst>
              <a:ext uri="{FF2B5EF4-FFF2-40B4-BE49-F238E27FC236}">
                <a16:creationId xmlns:a16="http://schemas.microsoft.com/office/drawing/2014/main" id="{B18B4584-3F6E-8B01-15BD-95D815B51A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839" y="1413777"/>
            <a:ext cx="3583485" cy="2966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433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Monitoring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9FF2BD89-5C58-5164-5096-934DA74F1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50" y="1418590"/>
            <a:ext cx="5968365" cy="2992120"/>
          </a:xfrm>
          <a:prstGeom prst="rect">
            <a:avLst/>
          </a:prstGeom>
          <a:ln>
            <a:solidFill>
              <a:schemeClr val="bg2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07276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 de données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856F9E0A-328D-94E5-AFC0-2ABDAFFB21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950" y="1242468"/>
            <a:ext cx="5159692" cy="35599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62721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Base de données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7033332B-2724-0C4E-DA8C-6BDE3D9CDAE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932450" y="2057400"/>
            <a:ext cx="1028700" cy="1028700"/>
          </a:xfrm>
          <a:prstGeom prst="rect">
            <a:avLst/>
          </a:prstGeom>
        </p:spPr>
      </p:pic>
      <p:grpSp>
        <p:nvGrpSpPr>
          <p:cNvPr id="5" name="Groupe 4">
            <a:extLst>
              <a:ext uri="{FF2B5EF4-FFF2-40B4-BE49-F238E27FC236}">
                <a16:creationId xmlns:a16="http://schemas.microsoft.com/office/drawing/2014/main" id="{F895F0A3-C318-6CB3-2815-5429F982E937}"/>
              </a:ext>
            </a:extLst>
          </p:cNvPr>
          <p:cNvGrpSpPr/>
          <p:nvPr/>
        </p:nvGrpSpPr>
        <p:grpSpPr>
          <a:xfrm>
            <a:off x="1065524" y="2225056"/>
            <a:ext cx="1284126" cy="1218244"/>
            <a:chOff x="6378166" y="2077894"/>
            <a:chExt cx="1141234" cy="1004078"/>
          </a:xfrm>
        </p:grpSpPr>
        <p:sp>
          <p:nvSpPr>
            <p:cNvPr id="6" name="Google Shape;12277;p66">
              <a:extLst>
                <a:ext uri="{FF2B5EF4-FFF2-40B4-BE49-F238E27FC236}">
                  <a16:creationId xmlns:a16="http://schemas.microsoft.com/office/drawing/2014/main" id="{7D4A797C-71EF-352D-88EC-BC834738C592}"/>
                </a:ext>
              </a:extLst>
            </p:cNvPr>
            <p:cNvSpPr/>
            <p:nvPr/>
          </p:nvSpPr>
          <p:spPr>
            <a:xfrm>
              <a:off x="6551719" y="2077894"/>
              <a:ext cx="794129" cy="696301"/>
            </a:xfrm>
            <a:custGeom>
              <a:avLst/>
              <a:gdLst/>
              <a:ahLst/>
              <a:cxnLst/>
              <a:rect l="l" t="t" r="r" b="b"/>
              <a:pathLst>
                <a:path w="11431" h="9799" extrusionOk="0">
                  <a:moveTo>
                    <a:pt x="4347" y="1"/>
                  </a:moveTo>
                  <a:cubicBezTo>
                    <a:pt x="3957" y="1"/>
                    <a:pt x="3588" y="148"/>
                    <a:pt x="3311" y="435"/>
                  </a:cubicBezTo>
                  <a:lnTo>
                    <a:pt x="3287" y="447"/>
                  </a:lnTo>
                  <a:lnTo>
                    <a:pt x="3275" y="447"/>
                  </a:lnTo>
                  <a:cubicBezTo>
                    <a:pt x="3189" y="435"/>
                    <a:pt x="3104" y="429"/>
                    <a:pt x="3019" y="429"/>
                  </a:cubicBezTo>
                  <a:cubicBezTo>
                    <a:pt x="2531" y="429"/>
                    <a:pt x="2074" y="633"/>
                    <a:pt x="1739" y="1019"/>
                  </a:cubicBezTo>
                  <a:cubicBezTo>
                    <a:pt x="1358" y="1459"/>
                    <a:pt x="1239" y="2055"/>
                    <a:pt x="1418" y="2602"/>
                  </a:cubicBezTo>
                  <a:lnTo>
                    <a:pt x="1418" y="2626"/>
                  </a:lnTo>
                  <a:lnTo>
                    <a:pt x="1406" y="2638"/>
                  </a:lnTo>
                  <a:cubicBezTo>
                    <a:pt x="549" y="3007"/>
                    <a:pt x="1" y="3841"/>
                    <a:pt x="1" y="4769"/>
                  </a:cubicBezTo>
                  <a:cubicBezTo>
                    <a:pt x="1" y="5507"/>
                    <a:pt x="346" y="6198"/>
                    <a:pt x="941" y="6627"/>
                  </a:cubicBezTo>
                  <a:lnTo>
                    <a:pt x="953" y="6638"/>
                  </a:lnTo>
                  <a:lnTo>
                    <a:pt x="941" y="6650"/>
                  </a:lnTo>
                  <a:cubicBezTo>
                    <a:pt x="608" y="7281"/>
                    <a:pt x="703" y="7996"/>
                    <a:pt x="1168" y="8532"/>
                  </a:cubicBezTo>
                  <a:cubicBezTo>
                    <a:pt x="1492" y="8915"/>
                    <a:pt x="1937" y="9116"/>
                    <a:pt x="2409" y="9116"/>
                  </a:cubicBezTo>
                  <a:cubicBezTo>
                    <a:pt x="2597" y="9116"/>
                    <a:pt x="2788" y="9084"/>
                    <a:pt x="2977" y="9020"/>
                  </a:cubicBezTo>
                  <a:lnTo>
                    <a:pt x="2989" y="9020"/>
                  </a:lnTo>
                  <a:lnTo>
                    <a:pt x="3013" y="9032"/>
                  </a:lnTo>
                  <a:cubicBezTo>
                    <a:pt x="3108" y="9210"/>
                    <a:pt x="3251" y="9377"/>
                    <a:pt x="3406" y="9496"/>
                  </a:cubicBezTo>
                  <a:cubicBezTo>
                    <a:pt x="3433" y="9523"/>
                    <a:pt x="3473" y="9536"/>
                    <a:pt x="3511" y="9536"/>
                  </a:cubicBezTo>
                  <a:cubicBezTo>
                    <a:pt x="3524" y="9536"/>
                    <a:pt x="3537" y="9535"/>
                    <a:pt x="3549" y="9532"/>
                  </a:cubicBezTo>
                  <a:cubicBezTo>
                    <a:pt x="3585" y="9532"/>
                    <a:pt x="3632" y="9496"/>
                    <a:pt x="3668" y="9472"/>
                  </a:cubicBezTo>
                  <a:cubicBezTo>
                    <a:pt x="3692" y="9436"/>
                    <a:pt x="3704" y="9377"/>
                    <a:pt x="3692" y="9329"/>
                  </a:cubicBezTo>
                  <a:cubicBezTo>
                    <a:pt x="3692" y="9294"/>
                    <a:pt x="3668" y="9246"/>
                    <a:pt x="3632" y="9210"/>
                  </a:cubicBezTo>
                  <a:cubicBezTo>
                    <a:pt x="3466" y="9079"/>
                    <a:pt x="3335" y="8913"/>
                    <a:pt x="3263" y="8710"/>
                  </a:cubicBezTo>
                  <a:cubicBezTo>
                    <a:pt x="3251" y="8663"/>
                    <a:pt x="3204" y="8639"/>
                    <a:pt x="3156" y="8603"/>
                  </a:cubicBezTo>
                  <a:cubicBezTo>
                    <a:pt x="3132" y="8597"/>
                    <a:pt x="3111" y="8594"/>
                    <a:pt x="3090" y="8594"/>
                  </a:cubicBezTo>
                  <a:cubicBezTo>
                    <a:pt x="3070" y="8594"/>
                    <a:pt x="3049" y="8597"/>
                    <a:pt x="3025" y="8603"/>
                  </a:cubicBezTo>
                  <a:cubicBezTo>
                    <a:pt x="2841" y="8695"/>
                    <a:pt x="2642" y="8741"/>
                    <a:pt x="2443" y="8741"/>
                  </a:cubicBezTo>
                  <a:cubicBezTo>
                    <a:pt x="2177" y="8741"/>
                    <a:pt x="1911" y="8659"/>
                    <a:pt x="1680" y="8496"/>
                  </a:cubicBezTo>
                  <a:cubicBezTo>
                    <a:pt x="1287" y="8222"/>
                    <a:pt x="1072" y="7758"/>
                    <a:pt x="1120" y="7281"/>
                  </a:cubicBezTo>
                  <a:cubicBezTo>
                    <a:pt x="1191" y="6615"/>
                    <a:pt x="1763" y="6091"/>
                    <a:pt x="2442" y="6091"/>
                  </a:cubicBezTo>
                  <a:cubicBezTo>
                    <a:pt x="2537" y="6091"/>
                    <a:pt x="2620" y="6019"/>
                    <a:pt x="2620" y="5912"/>
                  </a:cubicBezTo>
                  <a:cubicBezTo>
                    <a:pt x="2620" y="5817"/>
                    <a:pt x="2549" y="5734"/>
                    <a:pt x="2442" y="5734"/>
                  </a:cubicBezTo>
                  <a:cubicBezTo>
                    <a:pt x="1965" y="5734"/>
                    <a:pt x="1501" y="5936"/>
                    <a:pt x="1180" y="6317"/>
                  </a:cubicBezTo>
                  <a:lnTo>
                    <a:pt x="1168" y="6329"/>
                  </a:lnTo>
                  <a:lnTo>
                    <a:pt x="1144" y="6317"/>
                  </a:lnTo>
                  <a:cubicBezTo>
                    <a:pt x="644" y="5936"/>
                    <a:pt x="358" y="5365"/>
                    <a:pt x="358" y="4733"/>
                  </a:cubicBezTo>
                  <a:cubicBezTo>
                    <a:pt x="358" y="3948"/>
                    <a:pt x="822" y="3233"/>
                    <a:pt x="1549" y="2936"/>
                  </a:cubicBezTo>
                  <a:lnTo>
                    <a:pt x="1561" y="2912"/>
                  </a:lnTo>
                  <a:lnTo>
                    <a:pt x="1584" y="2936"/>
                  </a:lnTo>
                  <a:cubicBezTo>
                    <a:pt x="1882" y="3436"/>
                    <a:pt x="2430" y="3757"/>
                    <a:pt x="3025" y="3757"/>
                  </a:cubicBezTo>
                  <a:cubicBezTo>
                    <a:pt x="3108" y="3757"/>
                    <a:pt x="3204" y="3674"/>
                    <a:pt x="3204" y="3567"/>
                  </a:cubicBezTo>
                  <a:cubicBezTo>
                    <a:pt x="3204" y="3471"/>
                    <a:pt x="3132" y="3388"/>
                    <a:pt x="3025" y="3388"/>
                  </a:cubicBezTo>
                  <a:cubicBezTo>
                    <a:pt x="2501" y="3388"/>
                    <a:pt x="2025" y="3079"/>
                    <a:pt x="1822" y="2614"/>
                  </a:cubicBezTo>
                  <a:cubicBezTo>
                    <a:pt x="1620" y="2186"/>
                    <a:pt x="1668" y="1709"/>
                    <a:pt x="1942" y="1328"/>
                  </a:cubicBezTo>
                  <a:cubicBezTo>
                    <a:pt x="2196" y="946"/>
                    <a:pt x="2608" y="744"/>
                    <a:pt x="3058" y="744"/>
                  </a:cubicBezTo>
                  <a:cubicBezTo>
                    <a:pt x="3071" y="744"/>
                    <a:pt x="3084" y="745"/>
                    <a:pt x="3096" y="745"/>
                  </a:cubicBezTo>
                  <a:cubicBezTo>
                    <a:pt x="3549" y="769"/>
                    <a:pt x="3930" y="995"/>
                    <a:pt x="4156" y="1388"/>
                  </a:cubicBezTo>
                  <a:cubicBezTo>
                    <a:pt x="4189" y="1437"/>
                    <a:pt x="4245" y="1464"/>
                    <a:pt x="4307" y="1464"/>
                  </a:cubicBezTo>
                  <a:cubicBezTo>
                    <a:pt x="4335" y="1464"/>
                    <a:pt x="4365" y="1458"/>
                    <a:pt x="4394" y="1447"/>
                  </a:cubicBezTo>
                  <a:cubicBezTo>
                    <a:pt x="4466" y="1400"/>
                    <a:pt x="4501" y="1293"/>
                    <a:pt x="4454" y="1209"/>
                  </a:cubicBezTo>
                  <a:cubicBezTo>
                    <a:pt x="4275" y="923"/>
                    <a:pt x="4037" y="697"/>
                    <a:pt x="3727" y="554"/>
                  </a:cubicBezTo>
                  <a:lnTo>
                    <a:pt x="3692" y="531"/>
                  </a:lnTo>
                  <a:lnTo>
                    <a:pt x="3727" y="519"/>
                  </a:lnTo>
                  <a:cubicBezTo>
                    <a:pt x="3925" y="392"/>
                    <a:pt x="4142" y="329"/>
                    <a:pt x="4362" y="329"/>
                  </a:cubicBezTo>
                  <a:cubicBezTo>
                    <a:pt x="4553" y="329"/>
                    <a:pt x="4747" y="377"/>
                    <a:pt x="4930" y="471"/>
                  </a:cubicBezTo>
                  <a:cubicBezTo>
                    <a:pt x="5311" y="685"/>
                    <a:pt x="5537" y="1066"/>
                    <a:pt x="5537" y="1519"/>
                  </a:cubicBezTo>
                  <a:lnTo>
                    <a:pt x="5537" y="4031"/>
                  </a:lnTo>
                  <a:lnTo>
                    <a:pt x="5513" y="4031"/>
                  </a:lnTo>
                  <a:cubicBezTo>
                    <a:pt x="5156" y="4019"/>
                    <a:pt x="4918" y="3888"/>
                    <a:pt x="4751" y="3626"/>
                  </a:cubicBezTo>
                  <a:cubicBezTo>
                    <a:pt x="4719" y="3577"/>
                    <a:pt x="4652" y="3550"/>
                    <a:pt x="4590" y="3550"/>
                  </a:cubicBezTo>
                  <a:cubicBezTo>
                    <a:pt x="4562" y="3550"/>
                    <a:pt x="4535" y="3556"/>
                    <a:pt x="4513" y="3567"/>
                  </a:cubicBezTo>
                  <a:cubicBezTo>
                    <a:pt x="4442" y="3614"/>
                    <a:pt x="4406" y="3733"/>
                    <a:pt x="4454" y="3805"/>
                  </a:cubicBezTo>
                  <a:cubicBezTo>
                    <a:pt x="4680" y="4162"/>
                    <a:pt x="5037" y="4364"/>
                    <a:pt x="5490" y="4376"/>
                  </a:cubicBezTo>
                  <a:lnTo>
                    <a:pt x="5513" y="4376"/>
                  </a:lnTo>
                  <a:lnTo>
                    <a:pt x="5513" y="7008"/>
                  </a:lnTo>
                  <a:lnTo>
                    <a:pt x="5466" y="6984"/>
                  </a:lnTo>
                  <a:cubicBezTo>
                    <a:pt x="5240" y="6758"/>
                    <a:pt x="4930" y="6638"/>
                    <a:pt x="4620" y="6638"/>
                  </a:cubicBezTo>
                  <a:lnTo>
                    <a:pt x="3549" y="6638"/>
                  </a:lnTo>
                  <a:cubicBezTo>
                    <a:pt x="3454" y="6638"/>
                    <a:pt x="3370" y="6710"/>
                    <a:pt x="3370" y="6817"/>
                  </a:cubicBezTo>
                  <a:cubicBezTo>
                    <a:pt x="3370" y="6900"/>
                    <a:pt x="3442" y="6996"/>
                    <a:pt x="3549" y="6996"/>
                  </a:cubicBezTo>
                  <a:lnTo>
                    <a:pt x="4620" y="6996"/>
                  </a:lnTo>
                  <a:cubicBezTo>
                    <a:pt x="5109" y="6996"/>
                    <a:pt x="5490" y="7400"/>
                    <a:pt x="5490" y="7877"/>
                  </a:cubicBezTo>
                  <a:lnTo>
                    <a:pt x="5490" y="8258"/>
                  </a:lnTo>
                  <a:cubicBezTo>
                    <a:pt x="5490" y="8603"/>
                    <a:pt x="5347" y="8924"/>
                    <a:pt x="5073" y="9163"/>
                  </a:cubicBezTo>
                  <a:cubicBezTo>
                    <a:pt x="4859" y="9347"/>
                    <a:pt x="4589" y="9453"/>
                    <a:pt x="4310" y="9453"/>
                  </a:cubicBezTo>
                  <a:cubicBezTo>
                    <a:pt x="4247" y="9453"/>
                    <a:pt x="4184" y="9447"/>
                    <a:pt x="4120" y="9436"/>
                  </a:cubicBezTo>
                  <a:lnTo>
                    <a:pt x="4097" y="9436"/>
                  </a:lnTo>
                  <a:cubicBezTo>
                    <a:pt x="4061" y="9436"/>
                    <a:pt x="4025" y="9448"/>
                    <a:pt x="3989" y="9460"/>
                  </a:cubicBezTo>
                  <a:cubicBezTo>
                    <a:pt x="3942" y="9496"/>
                    <a:pt x="3930" y="9544"/>
                    <a:pt x="3918" y="9579"/>
                  </a:cubicBezTo>
                  <a:cubicBezTo>
                    <a:pt x="3906" y="9675"/>
                    <a:pt x="3966" y="9758"/>
                    <a:pt x="4061" y="9782"/>
                  </a:cubicBezTo>
                  <a:cubicBezTo>
                    <a:pt x="4137" y="9793"/>
                    <a:pt x="4213" y="9799"/>
                    <a:pt x="4289" y="9799"/>
                  </a:cubicBezTo>
                  <a:cubicBezTo>
                    <a:pt x="4842" y="9799"/>
                    <a:pt x="5372" y="9500"/>
                    <a:pt x="5644" y="9008"/>
                  </a:cubicBezTo>
                  <a:lnTo>
                    <a:pt x="5656" y="8972"/>
                  </a:lnTo>
                  <a:lnTo>
                    <a:pt x="5668" y="9008"/>
                  </a:lnTo>
                  <a:cubicBezTo>
                    <a:pt x="5951" y="9500"/>
                    <a:pt x="6473" y="9799"/>
                    <a:pt x="7024" y="9799"/>
                  </a:cubicBezTo>
                  <a:cubicBezTo>
                    <a:pt x="7100" y="9799"/>
                    <a:pt x="7176" y="9793"/>
                    <a:pt x="7252" y="9782"/>
                  </a:cubicBezTo>
                  <a:cubicBezTo>
                    <a:pt x="7335" y="9758"/>
                    <a:pt x="7418" y="9675"/>
                    <a:pt x="7395" y="9579"/>
                  </a:cubicBezTo>
                  <a:cubicBezTo>
                    <a:pt x="7395" y="9544"/>
                    <a:pt x="7371" y="9496"/>
                    <a:pt x="7323" y="9460"/>
                  </a:cubicBezTo>
                  <a:cubicBezTo>
                    <a:pt x="7288" y="9443"/>
                    <a:pt x="7260" y="9432"/>
                    <a:pt x="7228" y="9432"/>
                  </a:cubicBezTo>
                  <a:cubicBezTo>
                    <a:pt x="7217" y="9432"/>
                    <a:pt x="7205" y="9433"/>
                    <a:pt x="7192" y="9436"/>
                  </a:cubicBezTo>
                  <a:cubicBezTo>
                    <a:pt x="7129" y="9447"/>
                    <a:pt x="7066" y="9453"/>
                    <a:pt x="7003" y="9453"/>
                  </a:cubicBezTo>
                  <a:cubicBezTo>
                    <a:pt x="6723" y="9453"/>
                    <a:pt x="6454" y="9347"/>
                    <a:pt x="6240" y="9163"/>
                  </a:cubicBezTo>
                  <a:cubicBezTo>
                    <a:pt x="5978" y="8948"/>
                    <a:pt x="5823" y="8615"/>
                    <a:pt x="5823" y="8258"/>
                  </a:cubicBezTo>
                  <a:lnTo>
                    <a:pt x="5823" y="6746"/>
                  </a:lnTo>
                  <a:cubicBezTo>
                    <a:pt x="5823" y="6246"/>
                    <a:pt x="6228" y="5865"/>
                    <a:pt x="6704" y="5865"/>
                  </a:cubicBezTo>
                  <a:lnTo>
                    <a:pt x="8252" y="5865"/>
                  </a:lnTo>
                  <a:cubicBezTo>
                    <a:pt x="8335" y="5865"/>
                    <a:pt x="8430" y="5793"/>
                    <a:pt x="8430" y="5686"/>
                  </a:cubicBezTo>
                  <a:cubicBezTo>
                    <a:pt x="8430" y="5579"/>
                    <a:pt x="8359" y="5507"/>
                    <a:pt x="8252" y="5507"/>
                  </a:cubicBezTo>
                  <a:lnTo>
                    <a:pt x="6704" y="5507"/>
                  </a:lnTo>
                  <a:cubicBezTo>
                    <a:pt x="6383" y="5507"/>
                    <a:pt x="6085" y="5626"/>
                    <a:pt x="5847" y="5853"/>
                  </a:cubicBezTo>
                  <a:lnTo>
                    <a:pt x="5811" y="5876"/>
                  </a:lnTo>
                  <a:lnTo>
                    <a:pt x="5811" y="5210"/>
                  </a:lnTo>
                  <a:lnTo>
                    <a:pt x="5823" y="5210"/>
                  </a:lnTo>
                  <a:cubicBezTo>
                    <a:pt x="6549" y="5186"/>
                    <a:pt x="7133" y="4591"/>
                    <a:pt x="7133" y="3841"/>
                  </a:cubicBezTo>
                  <a:cubicBezTo>
                    <a:pt x="7133" y="3757"/>
                    <a:pt x="7061" y="3662"/>
                    <a:pt x="6954" y="3662"/>
                  </a:cubicBezTo>
                  <a:cubicBezTo>
                    <a:pt x="6859" y="3662"/>
                    <a:pt x="6775" y="3733"/>
                    <a:pt x="6775" y="3841"/>
                  </a:cubicBezTo>
                  <a:cubicBezTo>
                    <a:pt x="6775" y="4376"/>
                    <a:pt x="6359" y="4829"/>
                    <a:pt x="5823" y="4853"/>
                  </a:cubicBezTo>
                  <a:lnTo>
                    <a:pt x="5787" y="4853"/>
                  </a:lnTo>
                  <a:lnTo>
                    <a:pt x="5787" y="1543"/>
                  </a:lnTo>
                  <a:cubicBezTo>
                    <a:pt x="5787" y="1114"/>
                    <a:pt x="6013" y="709"/>
                    <a:pt x="6406" y="507"/>
                  </a:cubicBezTo>
                  <a:cubicBezTo>
                    <a:pt x="6582" y="408"/>
                    <a:pt x="6773" y="360"/>
                    <a:pt x="6963" y="360"/>
                  </a:cubicBezTo>
                  <a:cubicBezTo>
                    <a:pt x="7186" y="360"/>
                    <a:pt x="7410" y="426"/>
                    <a:pt x="7609" y="554"/>
                  </a:cubicBezTo>
                  <a:lnTo>
                    <a:pt x="7633" y="566"/>
                  </a:lnTo>
                  <a:lnTo>
                    <a:pt x="7728" y="602"/>
                  </a:lnTo>
                  <a:cubicBezTo>
                    <a:pt x="7430" y="733"/>
                    <a:pt x="7180" y="971"/>
                    <a:pt x="7002" y="1257"/>
                  </a:cubicBezTo>
                  <a:cubicBezTo>
                    <a:pt x="6954" y="1328"/>
                    <a:pt x="6966" y="1447"/>
                    <a:pt x="7061" y="1495"/>
                  </a:cubicBezTo>
                  <a:cubicBezTo>
                    <a:pt x="7086" y="1507"/>
                    <a:pt x="7116" y="1514"/>
                    <a:pt x="7147" y="1514"/>
                  </a:cubicBezTo>
                  <a:cubicBezTo>
                    <a:pt x="7206" y="1514"/>
                    <a:pt x="7268" y="1490"/>
                    <a:pt x="7299" y="1435"/>
                  </a:cubicBezTo>
                  <a:cubicBezTo>
                    <a:pt x="7526" y="1054"/>
                    <a:pt x="7918" y="816"/>
                    <a:pt x="8371" y="793"/>
                  </a:cubicBezTo>
                  <a:cubicBezTo>
                    <a:pt x="8405" y="790"/>
                    <a:pt x="8438" y="789"/>
                    <a:pt x="8471" y="789"/>
                  </a:cubicBezTo>
                  <a:cubicBezTo>
                    <a:pt x="8895" y="789"/>
                    <a:pt x="9271" y="998"/>
                    <a:pt x="9514" y="1340"/>
                  </a:cubicBezTo>
                  <a:cubicBezTo>
                    <a:pt x="9788" y="1709"/>
                    <a:pt x="9847" y="2186"/>
                    <a:pt x="9669" y="2602"/>
                  </a:cubicBezTo>
                  <a:cubicBezTo>
                    <a:pt x="9454" y="3114"/>
                    <a:pt x="8978" y="3436"/>
                    <a:pt x="8430" y="3436"/>
                  </a:cubicBezTo>
                  <a:cubicBezTo>
                    <a:pt x="8335" y="3436"/>
                    <a:pt x="8252" y="3519"/>
                    <a:pt x="8252" y="3614"/>
                  </a:cubicBezTo>
                  <a:cubicBezTo>
                    <a:pt x="8252" y="3721"/>
                    <a:pt x="8323" y="3793"/>
                    <a:pt x="8430" y="3793"/>
                  </a:cubicBezTo>
                  <a:cubicBezTo>
                    <a:pt x="9014" y="3793"/>
                    <a:pt x="9573" y="3483"/>
                    <a:pt x="9871" y="2983"/>
                  </a:cubicBezTo>
                  <a:lnTo>
                    <a:pt x="9883" y="2959"/>
                  </a:lnTo>
                  <a:lnTo>
                    <a:pt x="9907" y="2983"/>
                  </a:lnTo>
                  <a:cubicBezTo>
                    <a:pt x="10562" y="3257"/>
                    <a:pt x="10990" y="3841"/>
                    <a:pt x="11074" y="4555"/>
                  </a:cubicBezTo>
                  <a:cubicBezTo>
                    <a:pt x="11169" y="5269"/>
                    <a:pt x="10871" y="5936"/>
                    <a:pt x="10300" y="6353"/>
                  </a:cubicBezTo>
                  <a:lnTo>
                    <a:pt x="10288" y="6377"/>
                  </a:lnTo>
                  <a:lnTo>
                    <a:pt x="10276" y="6353"/>
                  </a:lnTo>
                  <a:cubicBezTo>
                    <a:pt x="9966" y="5984"/>
                    <a:pt x="9502" y="5781"/>
                    <a:pt x="9014" y="5781"/>
                  </a:cubicBezTo>
                  <a:cubicBezTo>
                    <a:pt x="8919" y="5781"/>
                    <a:pt x="8835" y="5853"/>
                    <a:pt x="8835" y="5960"/>
                  </a:cubicBezTo>
                  <a:cubicBezTo>
                    <a:pt x="8835" y="6055"/>
                    <a:pt x="8907" y="6138"/>
                    <a:pt x="9014" y="6138"/>
                  </a:cubicBezTo>
                  <a:cubicBezTo>
                    <a:pt x="9633" y="6138"/>
                    <a:pt x="10181" y="6579"/>
                    <a:pt x="10300" y="7186"/>
                  </a:cubicBezTo>
                  <a:cubicBezTo>
                    <a:pt x="10407" y="7698"/>
                    <a:pt x="10228" y="8186"/>
                    <a:pt x="9812" y="8496"/>
                  </a:cubicBezTo>
                  <a:cubicBezTo>
                    <a:pt x="9570" y="8688"/>
                    <a:pt x="9281" y="8786"/>
                    <a:pt x="8992" y="8786"/>
                  </a:cubicBezTo>
                  <a:cubicBezTo>
                    <a:pt x="8796" y="8786"/>
                    <a:pt x="8601" y="8742"/>
                    <a:pt x="8419" y="8651"/>
                  </a:cubicBezTo>
                  <a:cubicBezTo>
                    <a:pt x="8390" y="8643"/>
                    <a:pt x="8361" y="8632"/>
                    <a:pt x="8332" y="8632"/>
                  </a:cubicBezTo>
                  <a:cubicBezTo>
                    <a:pt x="8313" y="8632"/>
                    <a:pt x="8294" y="8637"/>
                    <a:pt x="8276" y="8651"/>
                  </a:cubicBezTo>
                  <a:cubicBezTo>
                    <a:pt x="8240" y="8663"/>
                    <a:pt x="8204" y="8698"/>
                    <a:pt x="8180" y="8758"/>
                  </a:cubicBezTo>
                  <a:cubicBezTo>
                    <a:pt x="8097" y="8948"/>
                    <a:pt x="7966" y="9127"/>
                    <a:pt x="7799" y="9258"/>
                  </a:cubicBezTo>
                  <a:cubicBezTo>
                    <a:pt x="7776" y="9294"/>
                    <a:pt x="7740" y="9329"/>
                    <a:pt x="7740" y="9377"/>
                  </a:cubicBezTo>
                  <a:cubicBezTo>
                    <a:pt x="7740" y="9425"/>
                    <a:pt x="7740" y="9472"/>
                    <a:pt x="7776" y="9508"/>
                  </a:cubicBezTo>
                  <a:cubicBezTo>
                    <a:pt x="7810" y="9556"/>
                    <a:pt x="7861" y="9581"/>
                    <a:pt x="7912" y="9581"/>
                  </a:cubicBezTo>
                  <a:cubicBezTo>
                    <a:pt x="7948" y="9581"/>
                    <a:pt x="7984" y="9568"/>
                    <a:pt x="8014" y="9544"/>
                  </a:cubicBezTo>
                  <a:cubicBezTo>
                    <a:pt x="8180" y="9413"/>
                    <a:pt x="8311" y="9258"/>
                    <a:pt x="8419" y="9079"/>
                  </a:cubicBezTo>
                  <a:lnTo>
                    <a:pt x="8430" y="9067"/>
                  </a:lnTo>
                  <a:lnTo>
                    <a:pt x="8442" y="9067"/>
                  </a:lnTo>
                  <a:cubicBezTo>
                    <a:pt x="8618" y="9127"/>
                    <a:pt x="8801" y="9156"/>
                    <a:pt x="8983" y="9156"/>
                  </a:cubicBezTo>
                  <a:cubicBezTo>
                    <a:pt x="9343" y="9156"/>
                    <a:pt x="9702" y="9043"/>
                    <a:pt x="10002" y="8829"/>
                  </a:cubicBezTo>
                  <a:cubicBezTo>
                    <a:pt x="10466" y="8484"/>
                    <a:pt x="10705" y="7960"/>
                    <a:pt x="10681" y="7400"/>
                  </a:cubicBezTo>
                  <a:cubicBezTo>
                    <a:pt x="10657" y="7162"/>
                    <a:pt x="10597" y="6924"/>
                    <a:pt x="10478" y="6710"/>
                  </a:cubicBezTo>
                  <a:lnTo>
                    <a:pt x="10466" y="6698"/>
                  </a:lnTo>
                  <a:lnTo>
                    <a:pt x="10478" y="6686"/>
                  </a:lnTo>
                  <a:cubicBezTo>
                    <a:pt x="11097" y="6198"/>
                    <a:pt x="11431" y="5507"/>
                    <a:pt x="11431" y="4769"/>
                  </a:cubicBezTo>
                  <a:cubicBezTo>
                    <a:pt x="11431" y="3841"/>
                    <a:pt x="10883" y="3007"/>
                    <a:pt x="10038" y="2638"/>
                  </a:cubicBezTo>
                  <a:lnTo>
                    <a:pt x="10026" y="2626"/>
                  </a:lnTo>
                  <a:lnTo>
                    <a:pt x="10026" y="2602"/>
                  </a:lnTo>
                  <a:cubicBezTo>
                    <a:pt x="10204" y="2055"/>
                    <a:pt x="10062" y="1459"/>
                    <a:pt x="9693" y="1019"/>
                  </a:cubicBezTo>
                  <a:cubicBezTo>
                    <a:pt x="9378" y="633"/>
                    <a:pt x="8907" y="429"/>
                    <a:pt x="8421" y="429"/>
                  </a:cubicBezTo>
                  <a:cubicBezTo>
                    <a:pt x="8337" y="429"/>
                    <a:pt x="8253" y="435"/>
                    <a:pt x="8169" y="447"/>
                  </a:cubicBezTo>
                  <a:lnTo>
                    <a:pt x="8157" y="447"/>
                  </a:lnTo>
                  <a:lnTo>
                    <a:pt x="8145" y="435"/>
                  </a:lnTo>
                  <a:cubicBezTo>
                    <a:pt x="7855" y="156"/>
                    <a:pt x="7473" y="2"/>
                    <a:pt x="7076" y="2"/>
                  </a:cubicBezTo>
                  <a:cubicBezTo>
                    <a:pt x="7000" y="2"/>
                    <a:pt x="6923" y="7"/>
                    <a:pt x="6847" y="19"/>
                  </a:cubicBezTo>
                  <a:cubicBezTo>
                    <a:pt x="6371" y="90"/>
                    <a:pt x="5966" y="376"/>
                    <a:pt x="5728" y="793"/>
                  </a:cubicBezTo>
                  <a:lnTo>
                    <a:pt x="5716" y="816"/>
                  </a:lnTo>
                  <a:lnTo>
                    <a:pt x="5704" y="793"/>
                  </a:lnTo>
                  <a:cubicBezTo>
                    <a:pt x="5466" y="376"/>
                    <a:pt x="5061" y="90"/>
                    <a:pt x="4585" y="19"/>
                  </a:cubicBezTo>
                  <a:cubicBezTo>
                    <a:pt x="4505" y="7"/>
                    <a:pt x="4426" y="1"/>
                    <a:pt x="4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dirty="0"/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817C08C0-2150-682F-150F-655FF83226E2}"/>
                </a:ext>
              </a:extLst>
            </p:cNvPr>
            <p:cNvSpPr txBox="1"/>
            <p:nvPr/>
          </p:nvSpPr>
          <p:spPr>
            <a:xfrm>
              <a:off x="6378166" y="2774195"/>
              <a:ext cx="114123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bg1"/>
                  </a:solidFill>
                  <a:latin typeface="Montserrat" panose="00000500000000000000" pitchFamily="2" charset="0"/>
                </a:rPr>
                <a:t>Modèle IA</a:t>
              </a:r>
            </a:p>
          </p:txBody>
        </p:sp>
      </p:grpSp>
      <p:sp>
        <p:nvSpPr>
          <p:cNvPr id="8" name="ZoneTexte 7">
            <a:extLst>
              <a:ext uri="{FF2B5EF4-FFF2-40B4-BE49-F238E27FC236}">
                <a16:creationId xmlns:a16="http://schemas.microsoft.com/office/drawing/2014/main" id="{155C5F98-C3CA-3590-3A97-7BF87CD5DD57}"/>
              </a:ext>
            </a:extLst>
          </p:cNvPr>
          <p:cNvSpPr txBox="1"/>
          <p:nvPr/>
        </p:nvSpPr>
        <p:spPr>
          <a:xfrm>
            <a:off x="3804737" y="3086100"/>
            <a:ext cx="1284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Montserrat" panose="00000500000000000000" pitchFamily="2" charset="0"/>
              </a:rPr>
              <a:t>Base de données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E01896E8-9E59-3F87-6142-EADABCFCF109}"/>
              </a:ext>
            </a:extLst>
          </p:cNvPr>
          <p:cNvCxnSpPr>
            <a:cxnSpLocks/>
          </p:cNvCxnSpPr>
          <p:nvPr/>
        </p:nvCxnSpPr>
        <p:spPr>
          <a:xfrm>
            <a:off x="2335118" y="2723665"/>
            <a:ext cx="130978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3F8B2A0E-8C21-9DF3-7F19-9EA2BE546729}"/>
              </a:ext>
            </a:extLst>
          </p:cNvPr>
          <p:cNvCxnSpPr>
            <a:cxnSpLocks/>
          </p:cNvCxnSpPr>
          <p:nvPr/>
        </p:nvCxnSpPr>
        <p:spPr>
          <a:xfrm>
            <a:off x="5262468" y="2697780"/>
            <a:ext cx="1309782" cy="0"/>
          </a:xfrm>
          <a:prstGeom prst="line">
            <a:avLst/>
          </a:prstGeom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CFD4F5B9-319E-72C6-9B83-63E4B0EAE0D2}"/>
              </a:ext>
            </a:extLst>
          </p:cNvPr>
          <p:cNvGrpSpPr/>
          <p:nvPr/>
        </p:nvGrpSpPr>
        <p:grpSpPr>
          <a:xfrm>
            <a:off x="6789223" y="2112768"/>
            <a:ext cx="1093554" cy="1234942"/>
            <a:chOff x="1018309" y="1995055"/>
            <a:chExt cx="1093554" cy="1234942"/>
          </a:xfrm>
        </p:grpSpPr>
        <p:grpSp>
          <p:nvGrpSpPr>
            <p:cNvPr id="15" name="Google Shape;10602;p64">
              <a:extLst>
                <a:ext uri="{FF2B5EF4-FFF2-40B4-BE49-F238E27FC236}">
                  <a16:creationId xmlns:a16="http://schemas.microsoft.com/office/drawing/2014/main" id="{F3890330-01C9-EC71-EB3F-2989C6266E14}"/>
                </a:ext>
              </a:extLst>
            </p:cNvPr>
            <p:cNvGrpSpPr/>
            <p:nvPr/>
          </p:nvGrpSpPr>
          <p:grpSpPr>
            <a:xfrm>
              <a:off x="1018309" y="1995055"/>
              <a:ext cx="1093554" cy="917114"/>
              <a:chOff x="4876780" y="2418064"/>
              <a:chExt cx="407774" cy="356627"/>
            </a:xfrm>
          </p:grpSpPr>
          <p:sp>
            <p:nvSpPr>
              <p:cNvPr id="17" name="Google Shape;10603;p64">
                <a:extLst>
                  <a:ext uri="{FF2B5EF4-FFF2-40B4-BE49-F238E27FC236}">
                    <a16:creationId xmlns:a16="http://schemas.microsoft.com/office/drawing/2014/main" id="{FBD11402-0CF8-543B-521B-758635B86BAE}"/>
                  </a:ext>
                </a:extLst>
              </p:cNvPr>
              <p:cNvSpPr/>
              <p:nvPr/>
            </p:nvSpPr>
            <p:spPr>
              <a:xfrm>
                <a:off x="4876780" y="2455589"/>
                <a:ext cx="407774" cy="319103"/>
              </a:xfrm>
              <a:custGeom>
                <a:avLst/>
                <a:gdLst/>
                <a:ahLst/>
                <a:cxnLst/>
                <a:rect l="l" t="t" r="r" b="b"/>
                <a:pathLst>
                  <a:path w="12812" h="10026" extrusionOk="0">
                    <a:moveTo>
                      <a:pt x="3608" y="393"/>
                    </a:moveTo>
                    <a:cubicBezTo>
                      <a:pt x="3942" y="393"/>
                      <a:pt x="4216" y="619"/>
                      <a:pt x="4216" y="905"/>
                    </a:cubicBezTo>
                    <a:lnTo>
                      <a:pt x="4216" y="929"/>
                    </a:lnTo>
                    <a:cubicBezTo>
                      <a:pt x="4025" y="857"/>
                      <a:pt x="3811" y="810"/>
                      <a:pt x="3608" y="810"/>
                    </a:cubicBezTo>
                    <a:cubicBezTo>
                      <a:pt x="3382" y="810"/>
                      <a:pt x="3192" y="857"/>
                      <a:pt x="2989" y="929"/>
                    </a:cubicBezTo>
                    <a:lnTo>
                      <a:pt x="2989" y="905"/>
                    </a:lnTo>
                    <a:cubicBezTo>
                      <a:pt x="2989" y="619"/>
                      <a:pt x="3275" y="393"/>
                      <a:pt x="3608" y="393"/>
                    </a:cubicBezTo>
                    <a:close/>
                    <a:moveTo>
                      <a:pt x="3620" y="1179"/>
                    </a:moveTo>
                    <a:cubicBezTo>
                      <a:pt x="4287" y="1179"/>
                      <a:pt x="4835" y="1739"/>
                      <a:pt x="4835" y="2405"/>
                    </a:cubicBezTo>
                    <a:cubicBezTo>
                      <a:pt x="4835" y="2536"/>
                      <a:pt x="4823" y="2655"/>
                      <a:pt x="4775" y="2774"/>
                    </a:cubicBezTo>
                    <a:cubicBezTo>
                      <a:pt x="4239" y="2239"/>
                      <a:pt x="3299" y="2012"/>
                      <a:pt x="3263" y="2012"/>
                    </a:cubicBezTo>
                    <a:cubicBezTo>
                      <a:pt x="3248" y="2009"/>
                      <a:pt x="3233" y="2008"/>
                      <a:pt x="3219" y="2008"/>
                    </a:cubicBezTo>
                    <a:cubicBezTo>
                      <a:pt x="3174" y="2008"/>
                      <a:pt x="3132" y="2021"/>
                      <a:pt x="3096" y="2048"/>
                    </a:cubicBezTo>
                    <a:cubicBezTo>
                      <a:pt x="3049" y="2072"/>
                      <a:pt x="3025" y="2131"/>
                      <a:pt x="3037" y="2191"/>
                    </a:cubicBezTo>
                    <a:cubicBezTo>
                      <a:pt x="3037" y="2215"/>
                      <a:pt x="3025" y="2322"/>
                      <a:pt x="2882" y="2465"/>
                    </a:cubicBezTo>
                    <a:cubicBezTo>
                      <a:pt x="2811" y="2536"/>
                      <a:pt x="2811" y="2655"/>
                      <a:pt x="2882" y="2727"/>
                    </a:cubicBezTo>
                    <a:cubicBezTo>
                      <a:pt x="2924" y="2768"/>
                      <a:pt x="2974" y="2789"/>
                      <a:pt x="3023" y="2789"/>
                    </a:cubicBezTo>
                    <a:cubicBezTo>
                      <a:pt x="3073" y="2789"/>
                      <a:pt x="3120" y="2768"/>
                      <a:pt x="3156" y="2727"/>
                    </a:cubicBezTo>
                    <a:cubicBezTo>
                      <a:pt x="3263" y="2631"/>
                      <a:pt x="3323" y="2524"/>
                      <a:pt x="3358" y="2429"/>
                    </a:cubicBezTo>
                    <a:cubicBezTo>
                      <a:pt x="3680" y="2524"/>
                      <a:pt x="4335" y="2762"/>
                      <a:pt x="4632" y="3179"/>
                    </a:cubicBezTo>
                    <a:cubicBezTo>
                      <a:pt x="4537" y="3655"/>
                      <a:pt x="4120" y="4013"/>
                      <a:pt x="3632" y="4013"/>
                    </a:cubicBezTo>
                    <a:cubicBezTo>
                      <a:pt x="3624" y="4013"/>
                      <a:pt x="3616" y="4013"/>
                      <a:pt x="3608" y="4013"/>
                    </a:cubicBezTo>
                    <a:cubicBezTo>
                      <a:pt x="3083" y="4013"/>
                      <a:pt x="2655" y="3636"/>
                      <a:pt x="2608" y="3120"/>
                    </a:cubicBezTo>
                    <a:cubicBezTo>
                      <a:pt x="2608" y="3084"/>
                      <a:pt x="2596" y="3060"/>
                      <a:pt x="2572" y="3048"/>
                    </a:cubicBezTo>
                    <a:cubicBezTo>
                      <a:pt x="2453" y="2846"/>
                      <a:pt x="2394" y="2631"/>
                      <a:pt x="2394" y="2405"/>
                    </a:cubicBezTo>
                    <a:cubicBezTo>
                      <a:pt x="2394" y="1739"/>
                      <a:pt x="2953" y="1179"/>
                      <a:pt x="3620" y="1179"/>
                    </a:cubicBezTo>
                    <a:close/>
                    <a:moveTo>
                      <a:pt x="4013" y="4334"/>
                    </a:moveTo>
                    <a:lnTo>
                      <a:pt x="4013" y="4536"/>
                    </a:lnTo>
                    <a:cubicBezTo>
                      <a:pt x="4025" y="4596"/>
                      <a:pt x="4037" y="4667"/>
                      <a:pt x="4061" y="4715"/>
                    </a:cubicBezTo>
                    <a:lnTo>
                      <a:pt x="3882" y="4870"/>
                    </a:lnTo>
                    <a:cubicBezTo>
                      <a:pt x="3805" y="4947"/>
                      <a:pt x="3701" y="4986"/>
                      <a:pt x="3598" y="4986"/>
                    </a:cubicBezTo>
                    <a:cubicBezTo>
                      <a:pt x="3495" y="4986"/>
                      <a:pt x="3394" y="4947"/>
                      <a:pt x="3323" y="4870"/>
                    </a:cubicBezTo>
                    <a:lnTo>
                      <a:pt x="3144" y="4715"/>
                    </a:lnTo>
                    <a:cubicBezTo>
                      <a:pt x="3168" y="4656"/>
                      <a:pt x="3180" y="4596"/>
                      <a:pt x="3180" y="4536"/>
                    </a:cubicBezTo>
                    <a:lnTo>
                      <a:pt x="3180" y="4334"/>
                    </a:lnTo>
                    <a:cubicBezTo>
                      <a:pt x="3323" y="4382"/>
                      <a:pt x="3454" y="4394"/>
                      <a:pt x="3596" y="4394"/>
                    </a:cubicBezTo>
                    <a:cubicBezTo>
                      <a:pt x="3751" y="4394"/>
                      <a:pt x="3882" y="4382"/>
                      <a:pt x="4013" y="4334"/>
                    </a:cubicBezTo>
                    <a:close/>
                    <a:moveTo>
                      <a:pt x="6013" y="5977"/>
                    </a:moveTo>
                    <a:lnTo>
                      <a:pt x="6013" y="5989"/>
                    </a:lnTo>
                    <a:lnTo>
                      <a:pt x="6025" y="7596"/>
                    </a:lnTo>
                    <a:cubicBezTo>
                      <a:pt x="6025" y="7596"/>
                      <a:pt x="6025" y="7608"/>
                      <a:pt x="6013" y="7608"/>
                    </a:cubicBezTo>
                    <a:lnTo>
                      <a:pt x="3620" y="7608"/>
                    </a:lnTo>
                    <a:cubicBezTo>
                      <a:pt x="3620" y="7608"/>
                      <a:pt x="3608" y="7608"/>
                      <a:pt x="3608" y="7596"/>
                    </a:cubicBezTo>
                    <a:lnTo>
                      <a:pt x="3608" y="5989"/>
                    </a:lnTo>
                    <a:cubicBezTo>
                      <a:pt x="3608" y="5989"/>
                      <a:pt x="3608" y="5977"/>
                      <a:pt x="3620" y="5977"/>
                    </a:cubicBezTo>
                    <a:close/>
                    <a:moveTo>
                      <a:pt x="4358" y="4941"/>
                    </a:moveTo>
                    <a:lnTo>
                      <a:pt x="4989" y="5263"/>
                    </a:lnTo>
                    <a:cubicBezTo>
                      <a:pt x="5120" y="5334"/>
                      <a:pt x="5216" y="5465"/>
                      <a:pt x="5216" y="5620"/>
                    </a:cubicBezTo>
                    <a:lnTo>
                      <a:pt x="3608" y="5620"/>
                    </a:lnTo>
                    <a:cubicBezTo>
                      <a:pt x="3394" y="5620"/>
                      <a:pt x="3215" y="5799"/>
                      <a:pt x="3215" y="6001"/>
                    </a:cubicBezTo>
                    <a:lnTo>
                      <a:pt x="3215" y="6822"/>
                    </a:lnTo>
                    <a:lnTo>
                      <a:pt x="2787" y="6822"/>
                    </a:lnTo>
                    <a:lnTo>
                      <a:pt x="2787" y="6060"/>
                    </a:lnTo>
                    <a:cubicBezTo>
                      <a:pt x="2787" y="5965"/>
                      <a:pt x="2692" y="5870"/>
                      <a:pt x="2596" y="5870"/>
                    </a:cubicBezTo>
                    <a:cubicBezTo>
                      <a:pt x="2489" y="5870"/>
                      <a:pt x="2394" y="5965"/>
                      <a:pt x="2394" y="6060"/>
                    </a:cubicBezTo>
                    <a:lnTo>
                      <a:pt x="2394" y="7013"/>
                    </a:lnTo>
                    <a:cubicBezTo>
                      <a:pt x="2394" y="7120"/>
                      <a:pt x="2489" y="7203"/>
                      <a:pt x="2596" y="7203"/>
                    </a:cubicBezTo>
                    <a:lnTo>
                      <a:pt x="3203" y="7203"/>
                    </a:lnTo>
                    <a:lnTo>
                      <a:pt x="3203" y="7620"/>
                    </a:lnTo>
                    <a:lnTo>
                      <a:pt x="3203" y="7644"/>
                    </a:lnTo>
                    <a:lnTo>
                      <a:pt x="2382" y="7644"/>
                    </a:lnTo>
                    <a:cubicBezTo>
                      <a:pt x="2156" y="7644"/>
                      <a:pt x="1965" y="7465"/>
                      <a:pt x="1965" y="7227"/>
                    </a:cubicBezTo>
                    <a:lnTo>
                      <a:pt x="1965" y="5632"/>
                    </a:lnTo>
                    <a:lnTo>
                      <a:pt x="2001" y="5632"/>
                    </a:lnTo>
                    <a:cubicBezTo>
                      <a:pt x="2001" y="5465"/>
                      <a:pt x="2084" y="5334"/>
                      <a:pt x="2215" y="5263"/>
                    </a:cubicBezTo>
                    <a:lnTo>
                      <a:pt x="2846" y="4941"/>
                    </a:lnTo>
                    <a:lnTo>
                      <a:pt x="3073" y="5156"/>
                    </a:lnTo>
                    <a:cubicBezTo>
                      <a:pt x="3215" y="5298"/>
                      <a:pt x="3406" y="5382"/>
                      <a:pt x="3608" y="5382"/>
                    </a:cubicBezTo>
                    <a:cubicBezTo>
                      <a:pt x="3799" y="5382"/>
                      <a:pt x="3989" y="5298"/>
                      <a:pt x="4144" y="5156"/>
                    </a:cubicBezTo>
                    <a:lnTo>
                      <a:pt x="4358" y="4941"/>
                    </a:lnTo>
                    <a:close/>
                    <a:moveTo>
                      <a:pt x="12026" y="7989"/>
                    </a:moveTo>
                    <a:lnTo>
                      <a:pt x="12026" y="8418"/>
                    </a:lnTo>
                    <a:lnTo>
                      <a:pt x="787" y="8418"/>
                    </a:lnTo>
                    <a:lnTo>
                      <a:pt x="787" y="7989"/>
                    </a:lnTo>
                    <a:close/>
                    <a:moveTo>
                      <a:pt x="3608" y="0"/>
                    </a:moveTo>
                    <a:cubicBezTo>
                      <a:pt x="3049" y="0"/>
                      <a:pt x="2620" y="405"/>
                      <a:pt x="2620" y="893"/>
                    </a:cubicBezTo>
                    <a:cubicBezTo>
                      <a:pt x="2620" y="977"/>
                      <a:pt x="2632" y="1060"/>
                      <a:pt x="2656" y="1131"/>
                    </a:cubicBezTo>
                    <a:cubicBezTo>
                      <a:pt x="2263" y="1417"/>
                      <a:pt x="2013" y="1881"/>
                      <a:pt x="2013" y="2405"/>
                    </a:cubicBezTo>
                    <a:cubicBezTo>
                      <a:pt x="2013" y="2679"/>
                      <a:pt x="2084" y="2953"/>
                      <a:pt x="2215" y="3191"/>
                    </a:cubicBezTo>
                    <a:cubicBezTo>
                      <a:pt x="2275" y="3596"/>
                      <a:pt x="2501" y="3917"/>
                      <a:pt x="2799" y="4144"/>
                    </a:cubicBezTo>
                    <a:lnTo>
                      <a:pt x="2799" y="4525"/>
                    </a:lnTo>
                    <a:lnTo>
                      <a:pt x="2799" y="4548"/>
                    </a:lnTo>
                    <a:lnTo>
                      <a:pt x="2037" y="4917"/>
                    </a:lnTo>
                    <a:cubicBezTo>
                      <a:pt x="1775" y="5048"/>
                      <a:pt x="1608" y="5322"/>
                      <a:pt x="1608" y="5620"/>
                    </a:cubicBezTo>
                    <a:lnTo>
                      <a:pt x="1608" y="7215"/>
                    </a:lnTo>
                    <a:cubicBezTo>
                      <a:pt x="1608" y="7358"/>
                      <a:pt x="1656" y="7513"/>
                      <a:pt x="1727" y="7632"/>
                    </a:cubicBezTo>
                    <a:lnTo>
                      <a:pt x="191" y="7632"/>
                    </a:lnTo>
                    <a:cubicBezTo>
                      <a:pt x="96" y="7632"/>
                      <a:pt x="1" y="7715"/>
                      <a:pt x="1" y="7823"/>
                    </a:cubicBezTo>
                    <a:cubicBezTo>
                      <a:pt x="1" y="7930"/>
                      <a:pt x="96" y="8013"/>
                      <a:pt x="191" y="8013"/>
                    </a:cubicBezTo>
                    <a:lnTo>
                      <a:pt x="406" y="8013"/>
                    </a:lnTo>
                    <a:lnTo>
                      <a:pt x="406" y="9835"/>
                    </a:lnTo>
                    <a:cubicBezTo>
                      <a:pt x="406" y="9930"/>
                      <a:pt x="489" y="10025"/>
                      <a:pt x="596" y="10025"/>
                    </a:cubicBezTo>
                    <a:cubicBezTo>
                      <a:pt x="703" y="10025"/>
                      <a:pt x="787" y="9930"/>
                      <a:pt x="787" y="9835"/>
                    </a:cubicBezTo>
                    <a:lnTo>
                      <a:pt x="787" y="8823"/>
                    </a:lnTo>
                    <a:lnTo>
                      <a:pt x="12026" y="8823"/>
                    </a:lnTo>
                    <a:lnTo>
                      <a:pt x="12026" y="9835"/>
                    </a:lnTo>
                    <a:cubicBezTo>
                      <a:pt x="12026" y="9930"/>
                      <a:pt x="12121" y="10025"/>
                      <a:pt x="12217" y="10025"/>
                    </a:cubicBezTo>
                    <a:cubicBezTo>
                      <a:pt x="12324" y="10025"/>
                      <a:pt x="12419" y="9930"/>
                      <a:pt x="12419" y="9835"/>
                    </a:cubicBezTo>
                    <a:lnTo>
                      <a:pt x="12419" y="8013"/>
                    </a:lnTo>
                    <a:lnTo>
                      <a:pt x="12621" y="8013"/>
                    </a:lnTo>
                    <a:cubicBezTo>
                      <a:pt x="12728" y="8013"/>
                      <a:pt x="12812" y="7930"/>
                      <a:pt x="12812" y="7823"/>
                    </a:cubicBezTo>
                    <a:cubicBezTo>
                      <a:pt x="12800" y="7704"/>
                      <a:pt x="12717" y="7632"/>
                      <a:pt x="12609" y="7632"/>
                    </a:cubicBezTo>
                    <a:lnTo>
                      <a:pt x="6406" y="7632"/>
                    </a:lnTo>
                    <a:lnTo>
                      <a:pt x="6406" y="7608"/>
                    </a:lnTo>
                    <a:lnTo>
                      <a:pt x="6406" y="6001"/>
                    </a:lnTo>
                    <a:cubicBezTo>
                      <a:pt x="6406" y="5799"/>
                      <a:pt x="6228" y="5620"/>
                      <a:pt x="6013" y="5620"/>
                    </a:cubicBezTo>
                    <a:lnTo>
                      <a:pt x="5597" y="5620"/>
                    </a:lnTo>
                    <a:cubicBezTo>
                      <a:pt x="5597" y="5322"/>
                      <a:pt x="5430" y="5048"/>
                      <a:pt x="5168" y="4917"/>
                    </a:cubicBezTo>
                    <a:lnTo>
                      <a:pt x="4406" y="4548"/>
                    </a:lnTo>
                    <a:lnTo>
                      <a:pt x="4406" y="4525"/>
                    </a:lnTo>
                    <a:lnTo>
                      <a:pt x="4406" y="4144"/>
                    </a:lnTo>
                    <a:cubicBezTo>
                      <a:pt x="4716" y="3929"/>
                      <a:pt x="4942" y="3596"/>
                      <a:pt x="4989" y="3191"/>
                    </a:cubicBezTo>
                    <a:cubicBezTo>
                      <a:pt x="5120" y="2953"/>
                      <a:pt x="5192" y="2667"/>
                      <a:pt x="5192" y="2405"/>
                    </a:cubicBezTo>
                    <a:cubicBezTo>
                      <a:pt x="5192" y="1881"/>
                      <a:pt x="4942" y="1417"/>
                      <a:pt x="4561" y="1131"/>
                    </a:cubicBezTo>
                    <a:cubicBezTo>
                      <a:pt x="4585" y="1060"/>
                      <a:pt x="4585" y="988"/>
                      <a:pt x="4585" y="893"/>
                    </a:cubicBezTo>
                    <a:cubicBezTo>
                      <a:pt x="4585" y="405"/>
                      <a:pt x="4144" y="0"/>
                      <a:pt x="360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 dirty="0"/>
              </a:p>
            </p:txBody>
          </p:sp>
          <p:sp>
            <p:nvSpPr>
              <p:cNvPr id="18" name="Google Shape;10604;p64">
                <a:extLst>
                  <a:ext uri="{FF2B5EF4-FFF2-40B4-BE49-F238E27FC236}">
                    <a16:creationId xmlns:a16="http://schemas.microsoft.com/office/drawing/2014/main" id="{E45D2B59-146B-5D70-2291-81317699192C}"/>
                  </a:ext>
                </a:extLst>
              </p:cNvPr>
              <p:cNvSpPr/>
              <p:nvPr/>
            </p:nvSpPr>
            <p:spPr>
              <a:xfrm>
                <a:off x="5017012" y="2666287"/>
                <a:ext cx="25016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786" h="382" extrusionOk="0">
                    <a:moveTo>
                      <a:pt x="191" y="0"/>
                    </a:moveTo>
                    <a:cubicBezTo>
                      <a:pt x="83" y="0"/>
                      <a:pt x="0" y="83"/>
                      <a:pt x="0" y="191"/>
                    </a:cubicBezTo>
                    <a:cubicBezTo>
                      <a:pt x="0" y="298"/>
                      <a:pt x="83" y="381"/>
                      <a:pt x="191" y="381"/>
                    </a:cubicBezTo>
                    <a:lnTo>
                      <a:pt x="595" y="381"/>
                    </a:lnTo>
                    <a:cubicBezTo>
                      <a:pt x="702" y="381"/>
                      <a:pt x="786" y="298"/>
                      <a:pt x="786" y="191"/>
                    </a:cubicBezTo>
                    <a:cubicBezTo>
                      <a:pt x="786" y="83"/>
                      <a:pt x="702" y="0"/>
                      <a:pt x="5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19" name="Google Shape;10605;p64">
                <a:extLst>
                  <a:ext uri="{FF2B5EF4-FFF2-40B4-BE49-F238E27FC236}">
                    <a16:creationId xmlns:a16="http://schemas.microsoft.com/office/drawing/2014/main" id="{EE527800-7A03-5E9B-FE8E-17362DBDCF3C}"/>
                  </a:ext>
                </a:extLst>
              </p:cNvPr>
              <p:cNvSpPr/>
              <p:nvPr/>
            </p:nvSpPr>
            <p:spPr>
              <a:xfrm>
                <a:off x="5068159" y="2418064"/>
                <a:ext cx="203155" cy="198222"/>
              </a:xfrm>
              <a:custGeom>
                <a:avLst/>
                <a:gdLst/>
                <a:ahLst/>
                <a:cxnLst/>
                <a:rect l="l" t="t" r="r" b="b"/>
                <a:pathLst>
                  <a:path w="6383" h="6228" extrusionOk="0">
                    <a:moveTo>
                      <a:pt x="5608" y="346"/>
                    </a:moveTo>
                    <a:cubicBezTo>
                      <a:pt x="5834" y="346"/>
                      <a:pt x="6025" y="524"/>
                      <a:pt x="6025" y="762"/>
                    </a:cubicBezTo>
                    <a:lnTo>
                      <a:pt x="6025" y="3989"/>
                    </a:lnTo>
                    <a:lnTo>
                      <a:pt x="6013" y="3989"/>
                    </a:lnTo>
                    <a:cubicBezTo>
                      <a:pt x="6013" y="4203"/>
                      <a:pt x="5834" y="4406"/>
                      <a:pt x="5596" y="4406"/>
                    </a:cubicBezTo>
                    <a:lnTo>
                      <a:pt x="3203" y="4406"/>
                    </a:lnTo>
                    <a:cubicBezTo>
                      <a:pt x="3156" y="4406"/>
                      <a:pt x="3132" y="4418"/>
                      <a:pt x="3096" y="4430"/>
                    </a:cubicBezTo>
                    <a:lnTo>
                      <a:pt x="1310" y="5727"/>
                    </a:lnTo>
                    <a:lnTo>
                      <a:pt x="1584" y="4620"/>
                    </a:lnTo>
                    <a:cubicBezTo>
                      <a:pt x="1596" y="4561"/>
                      <a:pt x="1584" y="4501"/>
                      <a:pt x="1548" y="4465"/>
                    </a:cubicBezTo>
                    <a:cubicBezTo>
                      <a:pt x="1512" y="4418"/>
                      <a:pt x="1465" y="4382"/>
                      <a:pt x="1405" y="4382"/>
                    </a:cubicBezTo>
                    <a:lnTo>
                      <a:pt x="810" y="4382"/>
                    </a:lnTo>
                    <a:cubicBezTo>
                      <a:pt x="584" y="4382"/>
                      <a:pt x="393" y="4203"/>
                      <a:pt x="393" y="3965"/>
                    </a:cubicBezTo>
                    <a:lnTo>
                      <a:pt x="393" y="762"/>
                    </a:lnTo>
                    <a:cubicBezTo>
                      <a:pt x="393" y="548"/>
                      <a:pt x="572" y="346"/>
                      <a:pt x="810" y="346"/>
                    </a:cubicBezTo>
                    <a:close/>
                    <a:moveTo>
                      <a:pt x="786" y="0"/>
                    </a:moveTo>
                    <a:cubicBezTo>
                      <a:pt x="358" y="0"/>
                      <a:pt x="0" y="358"/>
                      <a:pt x="0" y="786"/>
                    </a:cubicBezTo>
                    <a:lnTo>
                      <a:pt x="0" y="3989"/>
                    </a:lnTo>
                    <a:cubicBezTo>
                      <a:pt x="0" y="4418"/>
                      <a:pt x="358" y="4775"/>
                      <a:pt x="786" y="4775"/>
                    </a:cubicBezTo>
                    <a:lnTo>
                      <a:pt x="1143" y="4775"/>
                    </a:lnTo>
                    <a:lnTo>
                      <a:pt x="881" y="5870"/>
                    </a:lnTo>
                    <a:cubicBezTo>
                      <a:pt x="846" y="5989"/>
                      <a:pt x="893" y="6108"/>
                      <a:pt x="1000" y="6192"/>
                    </a:cubicBezTo>
                    <a:cubicBezTo>
                      <a:pt x="1048" y="6216"/>
                      <a:pt x="1108" y="6227"/>
                      <a:pt x="1167" y="6227"/>
                    </a:cubicBezTo>
                    <a:cubicBezTo>
                      <a:pt x="1227" y="6227"/>
                      <a:pt x="1286" y="6216"/>
                      <a:pt x="1322" y="6168"/>
                    </a:cubicBezTo>
                    <a:lnTo>
                      <a:pt x="3263" y="4775"/>
                    </a:lnTo>
                    <a:lnTo>
                      <a:pt x="5596" y="4775"/>
                    </a:lnTo>
                    <a:cubicBezTo>
                      <a:pt x="6025" y="4775"/>
                      <a:pt x="6382" y="4418"/>
                      <a:pt x="6382" y="3989"/>
                    </a:cubicBezTo>
                    <a:lnTo>
                      <a:pt x="6382" y="786"/>
                    </a:lnTo>
                    <a:cubicBezTo>
                      <a:pt x="6382" y="358"/>
                      <a:pt x="6025" y="0"/>
                      <a:pt x="5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0" name="Google Shape;10606;p64">
                <a:extLst>
                  <a:ext uri="{FF2B5EF4-FFF2-40B4-BE49-F238E27FC236}">
                    <a16:creationId xmlns:a16="http://schemas.microsoft.com/office/drawing/2014/main" id="{C87697BF-52D6-4F4B-9353-5B95A9484BBD}"/>
                  </a:ext>
                </a:extLst>
              </p:cNvPr>
              <p:cNvSpPr/>
              <p:nvPr/>
            </p:nvSpPr>
            <p:spPr>
              <a:xfrm>
                <a:off x="5106415" y="2456353"/>
                <a:ext cx="31509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799" y="381"/>
                    </a:lnTo>
                    <a:cubicBezTo>
                      <a:pt x="894" y="381"/>
                      <a:pt x="989" y="298"/>
                      <a:pt x="989" y="191"/>
                    </a:cubicBezTo>
                    <a:cubicBezTo>
                      <a:pt x="989" y="83"/>
                      <a:pt x="894" y="0"/>
                      <a:pt x="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1" name="Google Shape;10607;p64">
                <a:extLst>
                  <a:ext uri="{FF2B5EF4-FFF2-40B4-BE49-F238E27FC236}">
                    <a16:creationId xmlns:a16="http://schemas.microsoft.com/office/drawing/2014/main" id="{9387957F-CE44-7272-9C59-B874244EFB31}"/>
                  </a:ext>
                </a:extLst>
              </p:cNvPr>
              <p:cNvSpPr/>
              <p:nvPr/>
            </p:nvSpPr>
            <p:spPr>
              <a:xfrm>
                <a:off x="5151133" y="2456353"/>
                <a:ext cx="82274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82" extrusionOk="0">
                    <a:moveTo>
                      <a:pt x="191" y="0"/>
                    </a:moveTo>
                    <a:cubicBezTo>
                      <a:pt x="84" y="0"/>
                      <a:pt x="1" y="83"/>
                      <a:pt x="1" y="191"/>
                    </a:cubicBezTo>
                    <a:cubicBezTo>
                      <a:pt x="1" y="298"/>
                      <a:pt x="84" y="381"/>
                      <a:pt x="191" y="381"/>
                    </a:cubicBezTo>
                    <a:lnTo>
                      <a:pt x="2394" y="381"/>
                    </a:lnTo>
                    <a:cubicBezTo>
                      <a:pt x="2501" y="381"/>
                      <a:pt x="2584" y="298"/>
                      <a:pt x="2584" y="191"/>
                    </a:cubicBezTo>
                    <a:cubicBezTo>
                      <a:pt x="2584" y="83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2" name="Google Shape;10608;p64">
                <a:extLst>
                  <a:ext uri="{FF2B5EF4-FFF2-40B4-BE49-F238E27FC236}">
                    <a16:creationId xmlns:a16="http://schemas.microsoft.com/office/drawing/2014/main" id="{EF9A72C4-6068-FCD7-FC57-FF431146B199}"/>
                  </a:ext>
                </a:extLst>
              </p:cNvPr>
              <p:cNvSpPr/>
              <p:nvPr/>
            </p:nvSpPr>
            <p:spPr>
              <a:xfrm>
                <a:off x="5106415" y="2488180"/>
                <a:ext cx="126992" cy="12158"/>
              </a:xfrm>
              <a:custGeom>
                <a:avLst/>
                <a:gdLst/>
                <a:ahLst/>
                <a:cxnLst/>
                <a:rect l="l" t="t" r="r" b="b"/>
                <a:pathLst>
                  <a:path w="3990" h="382" extrusionOk="0">
                    <a:moveTo>
                      <a:pt x="203" y="0"/>
                    </a:moveTo>
                    <a:cubicBezTo>
                      <a:pt x="96" y="0"/>
                      <a:pt x="1" y="83"/>
                      <a:pt x="1" y="191"/>
                    </a:cubicBezTo>
                    <a:cubicBezTo>
                      <a:pt x="1" y="298"/>
                      <a:pt x="96" y="381"/>
                      <a:pt x="203" y="381"/>
                    </a:cubicBezTo>
                    <a:lnTo>
                      <a:pt x="3799" y="381"/>
                    </a:lnTo>
                    <a:cubicBezTo>
                      <a:pt x="3906" y="381"/>
                      <a:pt x="3989" y="298"/>
                      <a:pt x="3989" y="191"/>
                    </a:cubicBezTo>
                    <a:cubicBezTo>
                      <a:pt x="3978" y="83"/>
                      <a:pt x="3906" y="0"/>
                      <a:pt x="379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3" name="Google Shape;10609;p64">
                <a:extLst>
                  <a:ext uri="{FF2B5EF4-FFF2-40B4-BE49-F238E27FC236}">
                    <a16:creationId xmlns:a16="http://schemas.microsoft.com/office/drawing/2014/main" id="{A338F578-CD42-EC77-8081-97027F4995E2}"/>
                  </a:ext>
                </a:extLst>
              </p:cNvPr>
              <p:cNvSpPr/>
              <p:nvPr/>
            </p:nvSpPr>
            <p:spPr>
              <a:xfrm>
                <a:off x="5106415" y="2519626"/>
                <a:ext cx="82656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2597" h="394" extrusionOk="0">
                    <a:moveTo>
                      <a:pt x="203" y="0"/>
                    </a:moveTo>
                    <a:cubicBezTo>
                      <a:pt x="96" y="0"/>
                      <a:pt x="1" y="96"/>
                      <a:pt x="1" y="203"/>
                    </a:cubicBezTo>
                    <a:cubicBezTo>
                      <a:pt x="1" y="298"/>
                      <a:pt x="96" y="393"/>
                      <a:pt x="203" y="393"/>
                    </a:cubicBezTo>
                    <a:lnTo>
                      <a:pt x="2394" y="393"/>
                    </a:lnTo>
                    <a:cubicBezTo>
                      <a:pt x="2501" y="393"/>
                      <a:pt x="2596" y="298"/>
                      <a:pt x="2596" y="203"/>
                    </a:cubicBezTo>
                    <a:cubicBezTo>
                      <a:pt x="2585" y="96"/>
                      <a:pt x="2501" y="0"/>
                      <a:pt x="239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  <p:sp>
            <p:nvSpPr>
              <p:cNvPr id="24" name="Google Shape;10610;p64">
                <a:extLst>
                  <a:ext uri="{FF2B5EF4-FFF2-40B4-BE49-F238E27FC236}">
                    <a16:creationId xmlns:a16="http://schemas.microsoft.com/office/drawing/2014/main" id="{828663FD-DAC8-92E1-5A5E-85610C8F29CB}"/>
                  </a:ext>
                </a:extLst>
              </p:cNvPr>
              <p:cNvSpPr/>
              <p:nvPr/>
            </p:nvSpPr>
            <p:spPr>
              <a:xfrm>
                <a:off x="5202312" y="2519626"/>
                <a:ext cx="31095" cy="12540"/>
              </a:xfrm>
              <a:custGeom>
                <a:avLst/>
                <a:gdLst/>
                <a:ahLst/>
                <a:cxnLst/>
                <a:rect l="l" t="t" r="r" b="b"/>
                <a:pathLst>
                  <a:path w="977" h="394" extrusionOk="0">
                    <a:moveTo>
                      <a:pt x="191" y="0"/>
                    </a:moveTo>
                    <a:cubicBezTo>
                      <a:pt x="84" y="0"/>
                      <a:pt x="0" y="96"/>
                      <a:pt x="0" y="203"/>
                    </a:cubicBezTo>
                    <a:cubicBezTo>
                      <a:pt x="0" y="298"/>
                      <a:pt x="84" y="393"/>
                      <a:pt x="191" y="393"/>
                    </a:cubicBezTo>
                    <a:lnTo>
                      <a:pt x="786" y="393"/>
                    </a:lnTo>
                    <a:cubicBezTo>
                      <a:pt x="893" y="393"/>
                      <a:pt x="976" y="298"/>
                      <a:pt x="976" y="203"/>
                    </a:cubicBezTo>
                    <a:cubicBezTo>
                      <a:pt x="965" y="96"/>
                      <a:pt x="893" y="0"/>
                      <a:pt x="78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endParaRPr/>
              </a:p>
            </p:txBody>
          </p:sp>
        </p:grpSp>
        <p:sp>
          <p:nvSpPr>
            <p:cNvPr id="16" name="Google Shape;986;p30">
              <a:extLst>
                <a:ext uri="{FF2B5EF4-FFF2-40B4-BE49-F238E27FC236}">
                  <a16:creationId xmlns:a16="http://schemas.microsoft.com/office/drawing/2014/main" id="{525F1821-D147-D90C-E4E4-FBBF294B2724}"/>
                </a:ext>
              </a:extLst>
            </p:cNvPr>
            <p:cNvSpPr txBox="1">
              <a:spLocks/>
            </p:cNvSpPr>
            <p:nvPr/>
          </p:nvSpPr>
          <p:spPr>
            <a:xfrm>
              <a:off x="1116042" y="2908200"/>
              <a:ext cx="898087" cy="321797"/>
            </a:xfrm>
            <a:prstGeom prst="rect">
              <a:avLst/>
            </a:prstGeom>
          </p:spPr>
          <p:txBody>
            <a:bodyPr spcFirstLastPara="1" wrap="square" lIns="91425" tIns="0" rIns="91425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algn="ctr"/>
              <a:r>
                <a:rPr lang="fr-FR" sz="1200" dirty="0">
                  <a:solidFill>
                    <a:schemeClr val="bg1"/>
                  </a:solidFill>
                  <a:latin typeface="Montserrat" panose="00000500000000000000" pitchFamily="2" charset="0"/>
                </a:rPr>
                <a:t>Pôle Agilor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1021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p42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LayoutLM</a:t>
            </a:r>
            <a:endParaRPr dirty="0"/>
          </a:p>
        </p:txBody>
      </p:sp>
      <p:grpSp>
        <p:nvGrpSpPr>
          <p:cNvPr id="1447" name="Google Shape;1447;p42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1448" name="Google Shape;1448;p42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1449" name="Google Shape;1449;p42"/>
              <p:cNvSpPr/>
              <p:nvPr/>
            </p:nvSpPr>
            <p:spPr>
              <a:xfrm rot="-2700000" flipH="1">
                <a:off x="59558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50" name="Google Shape;1450;p42"/>
              <p:cNvCxnSpPr>
                <a:stCxn id="1451" idx="6"/>
                <a:endCxn id="1452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52" name="Google Shape;1452;p42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451" name="Google Shape;1451;p42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482" name="Picture 2">
            <a:extLst>
              <a:ext uri="{FF2B5EF4-FFF2-40B4-BE49-F238E27FC236}">
                <a16:creationId xmlns:a16="http://schemas.microsoft.com/office/drawing/2014/main" id="{2D3C56A3-0D2C-5373-299D-C85557256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607" y="1173896"/>
            <a:ext cx="5448786" cy="287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828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9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232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SOMMAIRE</a:t>
            </a:r>
            <a:endParaRPr dirty="0"/>
          </a:p>
        </p:txBody>
      </p:sp>
      <p:grpSp>
        <p:nvGrpSpPr>
          <p:cNvPr id="974" name="Google Shape;974;p29"/>
          <p:cNvGrpSpPr/>
          <p:nvPr/>
        </p:nvGrpSpPr>
        <p:grpSpPr>
          <a:xfrm>
            <a:off x="1611150" y="1050283"/>
            <a:ext cx="5921700" cy="192184"/>
            <a:chOff x="902597" y="1069304"/>
            <a:chExt cx="5921700" cy="192184"/>
          </a:xfrm>
        </p:grpSpPr>
        <p:grpSp>
          <p:nvGrpSpPr>
            <p:cNvPr id="975" name="Google Shape;975;p29"/>
            <p:cNvGrpSpPr/>
            <p:nvPr/>
          </p:nvGrpSpPr>
          <p:grpSpPr>
            <a:xfrm>
              <a:off x="902597" y="1069304"/>
              <a:ext cx="5864700" cy="192184"/>
              <a:chOff x="2335097" y="1069304"/>
              <a:chExt cx="5864700" cy="192184"/>
            </a:xfrm>
          </p:grpSpPr>
          <p:sp>
            <p:nvSpPr>
              <p:cNvPr id="976" name="Google Shape;976;p29"/>
              <p:cNvSpPr/>
              <p:nvPr/>
            </p:nvSpPr>
            <p:spPr>
              <a:xfrm rot="-2700000" flipH="1">
                <a:off x="3212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977" name="Google Shape;977;p29"/>
              <p:cNvCxnSpPr>
                <a:stCxn id="978" idx="6"/>
                <a:endCxn id="979" idx="2"/>
              </p:cNvCxnSpPr>
              <p:nvPr/>
            </p:nvCxnSpPr>
            <p:spPr>
              <a:xfrm rot="10800000">
                <a:off x="2392097" y="1164492"/>
                <a:ext cx="58077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979" name="Google Shape;979;p29"/>
              <p:cNvSpPr/>
              <p:nvPr/>
            </p:nvSpPr>
            <p:spPr>
              <a:xfrm flipH="1">
                <a:off x="23350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78" name="Google Shape;978;p29"/>
            <p:cNvSpPr/>
            <p:nvPr/>
          </p:nvSpPr>
          <p:spPr>
            <a:xfrm flipH="1">
              <a:off x="6767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264;p37">
            <a:extLst>
              <a:ext uri="{FF2B5EF4-FFF2-40B4-BE49-F238E27FC236}">
                <a16:creationId xmlns:a16="http://schemas.microsoft.com/office/drawing/2014/main" id="{914945D3-DDED-0B55-ACDC-15C2762890DB}"/>
              </a:ext>
            </a:extLst>
          </p:cNvPr>
          <p:cNvSpPr txBox="1">
            <a:spLocks/>
          </p:cNvSpPr>
          <p:nvPr/>
        </p:nvSpPr>
        <p:spPr>
          <a:xfrm>
            <a:off x="1074273" y="1573482"/>
            <a:ext cx="6995454" cy="2518834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lvl="2" indent="-342900">
              <a:lnSpc>
                <a:spcPct val="200000"/>
              </a:lnSpc>
              <a:buClr>
                <a:schemeClr val="tx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Optimisation et Amélioration d’un modèle IA</a:t>
            </a:r>
          </a:p>
          <a:p>
            <a:pPr marL="342900" lvl="2" indent="-342900">
              <a:lnSpc>
                <a:spcPct val="200000"/>
              </a:lnSpc>
              <a:buClr>
                <a:schemeClr val="bg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Présentation du projet d’entreprise</a:t>
            </a:r>
          </a:p>
          <a:p>
            <a:pPr marL="342900" lvl="2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bg1"/>
                </a:solidFill>
                <a:latin typeface="Montserrat"/>
              </a:rPr>
              <a:t>Démonstration du </a:t>
            </a:r>
            <a:r>
              <a:rPr lang="fr-FR" sz="1600" dirty="0">
                <a:solidFill>
                  <a:schemeClr val="bg1"/>
                </a:solidFill>
                <a:latin typeface="Montserrat"/>
                <a:sym typeface="Montserrat"/>
              </a:rPr>
              <a:t>Tableau</a:t>
            </a:r>
            <a:r>
              <a:rPr lang="fr-FR" sz="1600" dirty="0">
                <a:solidFill>
                  <a:schemeClr val="bg1"/>
                </a:solidFill>
                <a:latin typeface="Montserrat"/>
              </a:rPr>
              <a:t> de Bord Agilor</a:t>
            </a:r>
          </a:p>
          <a:p>
            <a:pPr marL="342900" lvl="2" indent="-342900">
              <a:lnSpc>
                <a:spcPct val="200000"/>
              </a:lnSpc>
              <a:buClr>
                <a:schemeClr val="tx2">
                  <a:lumMod val="75000"/>
                </a:schemeClr>
              </a:buClr>
              <a:buFont typeface="+mj-lt"/>
              <a:buAutoNum type="arabicPeriod"/>
            </a:pPr>
            <a:r>
              <a:rPr lang="fr-FR" sz="1600" dirty="0">
                <a:solidFill>
                  <a:schemeClr val="tx2">
                    <a:lumMod val="65000"/>
                  </a:schemeClr>
                </a:solidFill>
                <a:latin typeface="Montserrat"/>
              </a:rPr>
              <a:t>Conclusion et Bilan de mon expérience</a:t>
            </a:r>
          </a:p>
          <a:p>
            <a:pPr marL="342900" lvl="1" indent="-342900">
              <a:lnSpc>
                <a:spcPct val="200000"/>
              </a:lnSpc>
              <a:buClr>
                <a:schemeClr val="bg1"/>
              </a:buClr>
              <a:buFont typeface="+mj-lt"/>
              <a:buAutoNum type="arabicPeriod"/>
            </a:pPr>
            <a:endParaRPr lang="fr-FR" sz="1600" dirty="0">
              <a:solidFill>
                <a:schemeClr val="bg1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483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d’entreprise</a:t>
            </a:r>
            <a:endParaRPr dirty="0"/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01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6" name="Google Shape;986;p30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39545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Crédit Agricole des Côtes d’Amor</a:t>
            </a:r>
            <a:endParaRPr dirty="0"/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53845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65000"/>
                  </a:schemeClr>
                </a:solidFill>
              </a:rPr>
              <a:t>Présentation de l’entreprise</a:t>
            </a:r>
            <a:endParaRPr sz="1800"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8" name="Google Shape;988;p30"/>
          <p:cNvSpPr txBox="1">
            <a:spLocks noGrp="1"/>
          </p:cNvSpPr>
          <p:nvPr>
            <p:ph type="title" idx="4"/>
          </p:nvPr>
        </p:nvSpPr>
        <p:spPr>
          <a:xfrm flipH="1">
            <a:off x="1033550" y="3197429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02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1033549" y="4313150"/>
            <a:ext cx="3448395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CascadeTabNet/ LayoutLM, Monitoring et Base de données</a:t>
            </a:r>
            <a:endParaRPr dirty="0"/>
          </a:p>
        </p:txBody>
      </p:sp>
      <p:sp>
        <p:nvSpPr>
          <p:cNvPr id="990" name="Google Shape;990;p30"/>
          <p:cNvSpPr txBox="1">
            <a:spLocks noGrp="1"/>
          </p:cNvSpPr>
          <p:nvPr>
            <p:ph type="subTitle" idx="6"/>
          </p:nvPr>
        </p:nvSpPr>
        <p:spPr>
          <a:xfrm>
            <a:off x="1033550" y="3855903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65000"/>
                  </a:schemeClr>
                </a:solidFill>
              </a:rPr>
              <a:t>Réalisation du projet</a:t>
            </a:r>
            <a:endParaRPr sz="1800" dirty="0">
              <a:solidFill>
                <a:schemeClr val="bg2">
                  <a:lumMod val="65000"/>
                </a:schemeClr>
              </a:solidFill>
            </a:endParaRPr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012" name="Google Shape;1012;p30"/>
          <p:cNvSpPr txBox="1">
            <a:spLocks noGrp="1"/>
          </p:cNvSpPr>
          <p:nvPr>
            <p:ph type="subTitle" idx="8"/>
          </p:nvPr>
        </p:nvSpPr>
        <p:spPr>
          <a:xfrm>
            <a:off x="4973782" y="2480675"/>
            <a:ext cx="3136643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Conceptualisation</a:t>
            </a:r>
            <a:r>
              <a:rPr lang="en" dirty="0"/>
              <a:t>, Diagramme de Gantt et découpage en tâche </a:t>
            </a:r>
            <a:endParaRPr dirty="0"/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Gestion de projet</a:t>
            </a:r>
            <a:endParaRPr dirty="0"/>
          </a:p>
        </p:txBody>
      </p:sp>
      <p:sp>
        <p:nvSpPr>
          <p:cNvPr id="1014" name="Google Shape;1014;p30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15" name="Google Shape;1015;p30"/>
          <p:cNvSpPr txBox="1">
            <a:spLocks noGrp="1"/>
          </p:cNvSpPr>
          <p:nvPr>
            <p:ph type="subTitle" idx="14"/>
          </p:nvPr>
        </p:nvSpPr>
        <p:spPr>
          <a:xfrm>
            <a:off x="5403273" y="4313150"/>
            <a:ext cx="2707152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sur l’ARM, avenir du projet et expérience acquise</a:t>
            </a:r>
            <a:endParaRPr dirty="0"/>
          </a:p>
        </p:txBody>
      </p:sp>
      <p:sp>
        <p:nvSpPr>
          <p:cNvPr id="1016" name="Google Shape;1016;p30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Bilan et amélioration envisageables</a:t>
            </a:r>
            <a:endParaRPr sz="1800" dirty="0"/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1148150" y="2234432"/>
            <a:ext cx="6847800" cy="192185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48150" y="4102498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09606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105066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38959" y="2596704"/>
            <a:ext cx="4373316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Gestion de projet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352552"/>
            <a:ext cx="3572478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5012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 txBox="1">
            <a:spLocks noGrp="1"/>
          </p:cNvSpPr>
          <p:nvPr>
            <p:ph type="title"/>
          </p:nvPr>
        </p:nvSpPr>
        <p:spPr>
          <a:xfrm>
            <a:off x="1125771" y="650876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étude-conception-réalisation</a:t>
            </a:r>
            <a:endParaRPr dirty="0"/>
          </a:p>
        </p:txBody>
      </p:sp>
      <p:grpSp>
        <p:nvGrpSpPr>
          <p:cNvPr id="1266" name="Google Shape;1266;p37"/>
          <p:cNvGrpSpPr/>
          <p:nvPr/>
        </p:nvGrpSpPr>
        <p:grpSpPr>
          <a:xfrm>
            <a:off x="308251" y="2038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4" name="Google Shape;1274;p37"/>
          <p:cNvGrpSpPr/>
          <p:nvPr/>
        </p:nvGrpSpPr>
        <p:grpSpPr>
          <a:xfrm>
            <a:off x="6056447" y="3828300"/>
            <a:ext cx="1929500" cy="2210100"/>
            <a:chOff x="295725" y="-3462825"/>
            <a:chExt cx="1929500" cy="2210100"/>
          </a:xfrm>
        </p:grpSpPr>
        <p:sp>
          <p:nvSpPr>
            <p:cNvPr id="1275" name="Google Shape;1275;p37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37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37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37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Google Shape;1281;p37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Google Shape;1282;p37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37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37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37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37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37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37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Google Shape;1292;p37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Google Shape;1293;p37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37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Google Shape;1295;p37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37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37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37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37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/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5F3675E0-37E3-C474-4718-9E0F9748E4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2870220"/>
              </p:ext>
            </p:extLst>
          </p:nvPr>
        </p:nvGraphicFramePr>
        <p:xfrm>
          <a:off x="1786348" y="1383791"/>
          <a:ext cx="5678986" cy="2728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1778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Diagramme de Gantt</a:t>
            </a:r>
            <a:endParaRPr dirty="0"/>
          </a:p>
        </p:txBody>
      </p:sp>
      <p:grpSp>
        <p:nvGrpSpPr>
          <p:cNvPr id="1266" name="Google Shape;1266;p37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/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7BEB6DCB-9923-A958-58AF-A4B451A09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538" y="1242468"/>
            <a:ext cx="5356225" cy="34594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21470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37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Découpage en tâches</a:t>
            </a:r>
            <a:endParaRPr dirty="0"/>
          </a:p>
        </p:txBody>
      </p:sp>
      <p:grpSp>
        <p:nvGrpSpPr>
          <p:cNvPr id="1266" name="Google Shape;1266;p37"/>
          <p:cNvGrpSpPr/>
          <p:nvPr/>
        </p:nvGrpSpPr>
        <p:grpSpPr>
          <a:xfrm>
            <a:off x="708769" y="229268"/>
            <a:ext cx="1019565" cy="1290805"/>
            <a:chOff x="-4017975" y="-49702"/>
            <a:chExt cx="1162825" cy="1472177"/>
          </a:xfrm>
        </p:grpSpPr>
        <p:sp>
          <p:nvSpPr>
            <p:cNvPr id="1267" name="Google Shape;1267;p37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37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37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-3633259" y="-49702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37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37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37"/>
          <p:cNvGrpSpPr/>
          <p:nvPr/>
        </p:nvGrpSpPr>
        <p:grpSpPr>
          <a:xfrm>
            <a:off x="7840825" y="1807363"/>
            <a:ext cx="1040638" cy="901375"/>
            <a:chOff x="8457538" y="810363"/>
            <a:chExt cx="1040638" cy="901375"/>
          </a:xfrm>
        </p:grpSpPr>
        <p:grpSp>
          <p:nvGrpSpPr>
            <p:cNvPr id="1301" name="Google Shape;1301;p37"/>
            <p:cNvGrpSpPr/>
            <p:nvPr/>
          </p:nvGrpSpPr>
          <p:grpSpPr>
            <a:xfrm>
              <a:off x="8781450" y="810363"/>
              <a:ext cx="716725" cy="901375"/>
              <a:chOff x="-3888525" y="-2483300"/>
              <a:chExt cx="716725" cy="901375"/>
            </a:xfrm>
          </p:grpSpPr>
          <p:sp>
            <p:nvSpPr>
              <p:cNvPr id="1302" name="Google Shape;1302;p37"/>
              <p:cNvSpPr/>
              <p:nvPr/>
            </p:nvSpPr>
            <p:spPr>
              <a:xfrm>
                <a:off x="-3719475" y="-2483300"/>
                <a:ext cx="547675" cy="547050"/>
              </a:xfrm>
              <a:custGeom>
                <a:avLst/>
                <a:gdLst/>
                <a:ahLst/>
                <a:cxnLst/>
                <a:rect l="l" t="t" r="r" b="b"/>
                <a:pathLst>
                  <a:path w="21907" h="21882" extrusionOk="0">
                    <a:moveTo>
                      <a:pt x="21756" y="1"/>
                    </a:moveTo>
                    <a:cubicBezTo>
                      <a:pt x="21723" y="1"/>
                      <a:pt x="21689" y="15"/>
                      <a:pt x="21661" y="43"/>
                    </a:cubicBezTo>
                    <a:lnTo>
                      <a:pt x="56" y="21647"/>
                    </a:lnTo>
                    <a:cubicBezTo>
                      <a:pt x="1" y="21703"/>
                      <a:pt x="1" y="21781"/>
                      <a:pt x="56" y="21837"/>
                    </a:cubicBezTo>
                    <a:cubicBezTo>
                      <a:pt x="79" y="21870"/>
                      <a:pt x="112" y="21882"/>
                      <a:pt x="157" y="21882"/>
                    </a:cubicBezTo>
                    <a:cubicBezTo>
                      <a:pt x="190" y="21882"/>
                      <a:pt x="224" y="21870"/>
                      <a:pt x="257" y="21837"/>
                    </a:cubicBezTo>
                    <a:lnTo>
                      <a:pt x="21851" y="243"/>
                    </a:lnTo>
                    <a:cubicBezTo>
                      <a:pt x="21907" y="188"/>
                      <a:pt x="21907" y="98"/>
                      <a:pt x="21851" y="43"/>
                    </a:cubicBezTo>
                    <a:cubicBezTo>
                      <a:pt x="21823" y="15"/>
                      <a:pt x="21790" y="1"/>
                      <a:pt x="2175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37"/>
              <p:cNvSpPr/>
              <p:nvPr/>
            </p:nvSpPr>
            <p:spPr>
              <a:xfrm>
                <a:off x="-3888525" y="-2128825"/>
                <a:ext cx="549275" cy="546900"/>
              </a:xfrm>
              <a:custGeom>
                <a:avLst/>
                <a:gdLst/>
                <a:ahLst/>
                <a:cxnLst/>
                <a:rect l="l" t="t" r="r" b="b"/>
                <a:pathLst>
                  <a:path w="21971" h="21876" extrusionOk="0">
                    <a:moveTo>
                      <a:pt x="21780" y="1"/>
                    </a:moveTo>
                    <a:cubicBezTo>
                      <a:pt x="21751" y="1"/>
                      <a:pt x="21721" y="11"/>
                      <a:pt x="21694" y="36"/>
                    </a:cubicBezTo>
                    <a:lnTo>
                      <a:pt x="89" y="21630"/>
                    </a:lnTo>
                    <a:cubicBezTo>
                      <a:pt x="0" y="21719"/>
                      <a:pt x="67" y="21864"/>
                      <a:pt x="190" y="21875"/>
                    </a:cubicBezTo>
                    <a:cubicBezTo>
                      <a:pt x="223" y="21864"/>
                      <a:pt x="268" y="21853"/>
                      <a:pt x="290" y="21830"/>
                    </a:cubicBezTo>
                    <a:lnTo>
                      <a:pt x="21884" y="226"/>
                    </a:lnTo>
                    <a:cubicBezTo>
                      <a:pt x="21971" y="130"/>
                      <a:pt x="21882" y="1"/>
                      <a:pt x="2178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04" name="Google Shape;1304;p37"/>
            <p:cNvGrpSpPr/>
            <p:nvPr/>
          </p:nvGrpSpPr>
          <p:grpSpPr>
            <a:xfrm>
              <a:off x="8457538" y="1331488"/>
              <a:ext cx="323925" cy="323650"/>
              <a:chOff x="1608625" y="299800"/>
              <a:chExt cx="323925" cy="323650"/>
            </a:xfrm>
          </p:grpSpPr>
          <p:sp>
            <p:nvSpPr>
              <p:cNvPr id="1305" name="Google Shape;1305;p37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Google Shape;1306;p37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Google Shape;1307;p37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08" name="Google Shape;1308;p37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309" name="Google Shape;1309;p37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310" name="Google Shape;1310;p37"/>
              <p:cNvSpPr/>
              <p:nvPr/>
            </p:nvSpPr>
            <p:spPr>
              <a:xfrm rot="-2700000" flipH="1">
                <a:off x="54986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311" name="Google Shape;1311;p37"/>
              <p:cNvCxnSpPr>
                <a:stCxn id="1312" idx="6"/>
                <a:endCxn id="1313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3" name="Google Shape;1313;p37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12" name="Google Shape;1312;p37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Picture 2111">
            <a:extLst>
              <a:ext uri="{FF2B5EF4-FFF2-40B4-BE49-F238E27FC236}">
                <a16:creationId xmlns:a16="http://schemas.microsoft.com/office/drawing/2014/main" id="{8B1A9CB9-3D4E-C0E9-14C5-CD41B56738BD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40" b="-371"/>
          <a:stretch/>
        </p:blipFill>
        <p:spPr bwMode="auto">
          <a:xfrm>
            <a:off x="3179293" y="1258989"/>
            <a:ext cx="2785413" cy="3173612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94325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0"/>
          <p:cNvSpPr txBox="1">
            <a:spLocks noGrp="1"/>
          </p:cNvSpPr>
          <p:nvPr>
            <p:ph type="title"/>
          </p:nvPr>
        </p:nvSpPr>
        <p:spPr>
          <a:xfrm>
            <a:off x="782850" y="556250"/>
            <a:ext cx="75783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Projet d’entreprise</a:t>
            </a:r>
            <a:endParaRPr dirty="0"/>
          </a:p>
        </p:txBody>
      </p:sp>
      <p:sp>
        <p:nvSpPr>
          <p:cNvPr id="985" name="Google Shape;985;p30"/>
          <p:cNvSpPr txBox="1">
            <a:spLocks noGrp="1"/>
          </p:cNvSpPr>
          <p:nvPr>
            <p:ph type="title" idx="2"/>
          </p:nvPr>
        </p:nvSpPr>
        <p:spPr>
          <a:xfrm flipH="1">
            <a:off x="1033550" y="1377577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01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6" name="Google Shape;986;p30"/>
          <p:cNvSpPr txBox="1">
            <a:spLocks noGrp="1"/>
          </p:cNvSpPr>
          <p:nvPr>
            <p:ph type="subTitle" idx="1"/>
          </p:nvPr>
        </p:nvSpPr>
        <p:spPr>
          <a:xfrm>
            <a:off x="1033550" y="2480675"/>
            <a:ext cx="2395450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Crédit Agricole des Côtes d’Amor</a:t>
            </a:r>
            <a:endParaRPr dirty="0"/>
          </a:p>
        </p:txBody>
      </p:sp>
      <p:sp>
        <p:nvSpPr>
          <p:cNvPr id="987" name="Google Shape;987;p30"/>
          <p:cNvSpPr txBox="1">
            <a:spLocks noGrp="1"/>
          </p:cNvSpPr>
          <p:nvPr>
            <p:ph type="subTitle" idx="3"/>
          </p:nvPr>
        </p:nvSpPr>
        <p:spPr>
          <a:xfrm>
            <a:off x="1033550" y="1945416"/>
            <a:ext cx="353845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65000"/>
                  </a:schemeClr>
                </a:solidFill>
              </a:rPr>
              <a:t>Présentation de l’entreprise</a:t>
            </a:r>
            <a:endParaRPr sz="1800"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8" name="Google Shape;988;p30"/>
          <p:cNvSpPr txBox="1">
            <a:spLocks noGrp="1"/>
          </p:cNvSpPr>
          <p:nvPr>
            <p:ph type="title" idx="4"/>
          </p:nvPr>
        </p:nvSpPr>
        <p:spPr>
          <a:xfrm flipH="1">
            <a:off x="1033550" y="3197429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02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989" name="Google Shape;989;p30"/>
          <p:cNvSpPr txBox="1">
            <a:spLocks noGrp="1"/>
          </p:cNvSpPr>
          <p:nvPr>
            <p:ph type="subTitle" idx="5"/>
          </p:nvPr>
        </p:nvSpPr>
        <p:spPr>
          <a:xfrm>
            <a:off x="1033549" y="4313150"/>
            <a:ext cx="3448395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Modèle CascadeTabNet/ LayoutLM, Monitoring et Base de données</a:t>
            </a:r>
            <a:endParaRPr dirty="0"/>
          </a:p>
        </p:txBody>
      </p:sp>
      <p:sp>
        <p:nvSpPr>
          <p:cNvPr id="990" name="Google Shape;990;p30"/>
          <p:cNvSpPr txBox="1">
            <a:spLocks noGrp="1"/>
          </p:cNvSpPr>
          <p:nvPr>
            <p:ph type="subTitle" idx="6"/>
          </p:nvPr>
        </p:nvSpPr>
        <p:spPr>
          <a:xfrm>
            <a:off x="1033550" y="3855903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>
                    <a:lumMod val="65000"/>
                  </a:schemeClr>
                </a:solidFill>
              </a:rPr>
              <a:t>Réalisation du projet</a:t>
            </a:r>
            <a:endParaRPr sz="1800" dirty="0">
              <a:solidFill>
                <a:schemeClr val="bg2">
                  <a:lumMod val="65000"/>
                </a:schemeClr>
              </a:solidFill>
            </a:endParaRPr>
          </a:p>
        </p:txBody>
      </p:sp>
      <p:grpSp>
        <p:nvGrpSpPr>
          <p:cNvPr id="991" name="Google Shape;991;p30"/>
          <p:cNvGrpSpPr/>
          <p:nvPr/>
        </p:nvGrpSpPr>
        <p:grpSpPr>
          <a:xfrm rot="10800000">
            <a:off x="7379194" y="-538557"/>
            <a:ext cx="1803578" cy="1592367"/>
            <a:chOff x="-4912150" y="-393637"/>
            <a:chExt cx="2057000" cy="1816112"/>
          </a:xfrm>
        </p:grpSpPr>
        <p:sp>
          <p:nvSpPr>
            <p:cNvPr id="992" name="Google Shape;992;p30"/>
            <p:cNvSpPr/>
            <p:nvPr/>
          </p:nvSpPr>
          <p:spPr>
            <a:xfrm>
              <a:off x="-4604150" y="-280425"/>
              <a:ext cx="858750" cy="1117575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0"/>
            <p:cNvSpPr/>
            <p:nvPr/>
          </p:nvSpPr>
          <p:spPr>
            <a:xfrm>
              <a:off x="-3780300" y="-305525"/>
              <a:ext cx="62525" cy="57000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0"/>
            <p:cNvSpPr/>
            <p:nvPr/>
          </p:nvSpPr>
          <p:spPr>
            <a:xfrm>
              <a:off x="-4199050" y="281125"/>
              <a:ext cx="155150" cy="154850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30"/>
            <p:cNvSpPr/>
            <p:nvPr/>
          </p:nvSpPr>
          <p:spPr>
            <a:xfrm>
              <a:off x="-4514575" y="97000"/>
              <a:ext cx="740775" cy="896950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0"/>
            <p:cNvSpPr/>
            <p:nvPr/>
          </p:nvSpPr>
          <p:spPr>
            <a:xfrm>
              <a:off x="-3809300" y="72075"/>
              <a:ext cx="61400" cy="56825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0"/>
            <p:cNvSpPr/>
            <p:nvPr/>
          </p:nvSpPr>
          <p:spPr>
            <a:xfrm>
              <a:off x="-4203525" y="-330075"/>
              <a:ext cx="275400" cy="273925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0"/>
            <p:cNvSpPr/>
            <p:nvPr/>
          </p:nvSpPr>
          <p:spPr>
            <a:xfrm>
              <a:off x="-3964425" y="-355100"/>
              <a:ext cx="64750" cy="56950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0"/>
            <p:cNvSpPr/>
            <p:nvPr/>
          </p:nvSpPr>
          <p:spPr>
            <a:xfrm>
              <a:off x="-4230300" y="-88200"/>
              <a:ext cx="62525" cy="56800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0"/>
            <p:cNvSpPr/>
            <p:nvPr/>
          </p:nvSpPr>
          <p:spPr>
            <a:xfrm>
              <a:off x="-3993425" y="647375"/>
              <a:ext cx="751825" cy="750275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0"/>
            <p:cNvSpPr/>
            <p:nvPr/>
          </p:nvSpPr>
          <p:spPr>
            <a:xfrm>
              <a:off x="-3547325" y="792500"/>
              <a:ext cx="155125" cy="154850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0"/>
            <p:cNvSpPr/>
            <p:nvPr/>
          </p:nvSpPr>
          <p:spPr>
            <a:xfrm>
              <a:off x="-3265275" y="616650"/>
              <a:ext cx="61400" cy="57100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0"/>
            <p:cNvSpPr/>
            <p:nvPr/>
          </p:nvSpPr>
          <p:spPr>
            <a:xfrm>
              <a:off x="-4017975" y="1365825"/>
              <a:ext cx="56925" cy="56650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0"/>
            <p:cNvSpPr/>
            <p:nvPr/>
          </p:nvSpPr>
          <p:spPr>
            <a:xfrm>
              <a:off x="-3761575" y="553550"/>
              <a:ext cx="51025" cy="38375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0"/>
            <p:cNvSpPr/>
            <p:nvPr/>
          </p:nvSpPr>
          <p:spPr>
            <a:xfrm>
              <a:off x="-4478025" y="655725"/>
              <a:ext cx="666475" cy="651250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0"/>
            <p:cNvSpPr/>
            <p:nvPr/>
          </p:nvSpPr>
          <p:spPr>
            <a:xfrm>
              <a:off x="-4579025" y="1370700"/>
              <a:ext cx="46900" cy="38375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0"/>
            <p:cNvSpPr/>
            <p:nvPr/>
          </p:nvSpPr>
          <p:spPr>
            <a:xfrm>
              <a:off x="-4912150" y="393325"/>
              <a:ext cx="547675" cy="546850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0"/>
            <p:cNvSpPr/>
            <p:nvPr/>
          </p:nvSpPr>
          <p:spPr>
            <a:xfrm>
              <a:off x="-3508415" y="-393637"/>
              <a:ext cx="547675" cy="54732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0"/>
            <p:cNvSpPr/>
            <p:nvPr/>
          </p:nvSpPr>
          <p:spPr>
            <a:xfrm>
              <a:off x="-3103750" y="258425"/>
              <a:ext cx="248600" cy="239200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0"/>
            <p:cNvSpPr/>
            <p:nvPr/>
          </p:nvSpPr>
          <p:spPr>
            <a:xfrm>
              <a:off x="-3027850" y="324625"/>
              <a:ext cx="106300" cy="106600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1" name="Google Shape;1011;p30"/>
          <p:cNvSpPr txBox="1">
            <a:spLocks noGrp="1"/>
          </p:cNvSpPr>
          <p:nvPr>
            <p:ph type="title" idx="7"/>
          </p:nvPr>
        </p:nvSpPr>
        <p:spPr>
          <a:xfrm flipH="1">
            <a:off x="7169950" y="1377578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03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1012" name="Google Shape;1012;p30"/>
          <p:cNvSpPr txBox="1">
            <a:spLocks noGrp="1"/>
          </p:cNvSpPr>
          <p:nvPr>
            <p:ph type="subTitle" idx="8"/>
          </p:nvPr>
        </p:nvSpPr>
        <p:spPr>
          <a:xfrm>
            <a:off x="4973782" y="2480675"/>
            <a:ext cx="3136643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Conceptualisation</a:t>
            </a:r>
            <a:r>
              <a:rPr lang="en" dirty="0"/>
              <a:t>, Diagramme de Gantt et découpage en tâche </a:t>
            </a:r>
            <a:endParaRPr dirty="0"/>
          </a:p>
        </p:txBody>
      </p:sp>
      <p:sp>
        <p:nvSpPr>
          <p:cNvPr id="1013" name="Google Shape;1013;p30"/>
          <p:cNvSpPr txBox="1">
            <a:spLocks noGrp="1"/>
          </p:cNvSpPr>
          <p:nvPr>
            <p:ph type="subTitle" idx="9"/>
          </p:nvPr>
        </p:nvSpPr>
        <p:spPr>
          <a:xfrm>
            <a:off x="4917550" y="1945416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2">
                    <a:lumMod val="65000"/>
                  </a:schemeClr>
                </a:solidFill>
              </a:rPr>
              <a:t>Gestion de projet</a:t>
            </a:r>
            <a:endParaRPr dirty="0">
              <a:solidFill>
                <a:schemeClr val="bg2">
                  <a:lumMod val="65000"/>
                </a:schemeClr>
              </a:solidFill>
            </a:endParaRPr>
          </a:p>
        </p:txBody>
      </p:sp>
      <p:sp>
        <p:nvSpPr>
          <p:cNvPr id="1014" name="Google Shape;1014;p30"/>
          <p:cNvSpPr txBox="1">
            <a:spLocks noGrp="1"/>
          </p:cNvSpPr>
          <p:nvPr>
            <p:ph type="title" idx="13"/>
          </p:nvPr>
        </p:nvSpPr>
        <p:spPr>
          <a:xfrm flipH="1">
            <a:off x="7169950" y="3039450"/>
            <a:ext cx="940500" cy="5727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015" name="Google Shape;1015;p30"/>
          <p:cNvSpPr txBox="1">
            <a:spLocks noGrp="1"/>
          </p:cNvSpPr>
          <p:nvPr>
            <p:ph type="subTitle" idx="14"/>
          </p:nvPr>
        </p:nvSpPr>
        <p:spPr>
          <a:xfrm>
            <a:off x="5403273" y="4313150"/>
            <a:ext cx="2707152" cy="381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Point sur l’ARM, avenir du projet et expérience acquise</a:t>
            </a:r>
            <a:endParaRPr dirty="0"/>
          </a:p>
        </p:txBody>
      </p:sp>
      <p:sp>
        <p:nvSpPr>
          <p:cNvPr id="1016" name="Google Shape;1016;p30"/>
          <p:cNvSpPr txBox="1">
            <a:spLocks noGrp="1"/>
          </p:cNvSpPr>
          <p:nvPr>
            <p:ph type="subTitle" idx="15"/>
          </p:nvPr>
        </p:nvSpPr>
        <p:spPr>
          <a:xfrm>
            <a:off x="4917550" y="3613450"/>
            <a:ext cx="3192900" cy="3384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dirty="0"/>
              <a:t>Bilan et amélioration envisageables</a:t>
            </a:r>
            <a:endParaRPr sz="1800" dirty="0"/>
          </a:p>
        </p:txBody>
      </p:sp>
      <p:grpSp>
        <p:nvGrpSpPr>
          <p:cNvPr id="1017" name="Google Shape;1017;p30"/>
          <p:cNvGrpSpPr/>
          <p:nvPr/>
        </p:nvGrpSpPr>
        <p:grpSpPr>
          <a:xfrm>
            <a:off x="2868450" y="1050283"/>
            <a:ext cx="3407100" cy="192184"/>
            <a:chOff x="1512197" y="1069304"/>
            <a:chExt cx="3407100" cy="192184"/>
          </a:xfrm>
        </p:grpSpPr>
        <p:grpSp>
          <p:nvGrpSpPr>
            <p:cNvPr id="1018" name="Google Shape;1018;p30"/>
            <p:cNvGrpSpPr/>
            <p:nvPr/>
          </p:nvGrpSpPr>
          <p:grpSpPr>
            <a:xfrm>
              <a:off x="1512197" y="1069304"/>
              <a:ext cx="3350100" cy="192184"/>
              <a:chOff x="2944697" y="1069304"/>
              <a:chExt cx="3350100" cy="192184"/>
            </a:xfrm>
          </p:grpSpPr>
          <p:sp>
            <p:nvSpPr>
              <p:cNvPr id="1019" name="Google Shape;1019;p30"/>
              <p:cNvSpPr/>
              <p:nvPr/>
            </p:nvSpPr>
            <p:spPr>
              <a:xfrm rot="-2700000" flipH="1">
                <a:off x="4508040" y="1097509"/>
                <a:ext cx="136016" cy="135774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6194" extrusionOk="0">
                    <a:moveTo>
                      <a:pt x="6160" y="0"/>
                    </a:moveTo>
                    <a:lnTo>
                      <a:pt x="0" y="6149"/>
                    </a:lnTo>
                    <a:lnTo>
                      <a:pt x="1395" y="6194"/>
                    </a:lnTo>
                    <a:lnTo>
                      <a:pt x="6205" y="1384"/>
                    </a:lnTo>
                    <a:lnTo>
                      <a:pt x="616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20" name="Google Shape;1020;p30"/>
              <p:cNvCxnSpPr>
                <a:stCxn id="1021" idx="6"/>
                <a:endCxn id="1022" idx="2"/>
              </p:cNvCxnSpPr>
              <p:nvPr/>
            </p:nvCxnSpPr>
            <p:spPr>
              <a:xfrm rot="10800000">
                <a:off x="3001697" y="1164492"/>
                <a:ext cx="3293100" cy="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2" name="Google Shape;1022;p30"/>
              <p:cNvSpPr/>
              <p:nvPr/>
            </p:nvSpPr>
            <p:spPr>
              <a:xfrm flipH="1">
                <a:off x="2944697" y="1135917"/>
                <a:ext cx="57000" cy="570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21" name="Google Shape;1021;p30"/>
            <p:cNvSpPr/>
            <p:nvPr/>
          </p:nvSpPr>
          <p:spPr>
            <a:xfrm flipH="1">
              <a:off x="4862297" y="1136892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3" name="Google Shape;1023;p30"/>
          <p:cNvGrpSpPr/>
          <p:nvPr/>
        </p:nvGrpSpPr>
        <p:grpSpPr>
          <a:xfrm>
            <a:off x="1148150" y="2234432"/>
            <a:ext cx="6847800" cy="192185"/>
            <a:chOff x="1148150" y="2347308"/>
            <a:chExt cx="6847800" cy="192185"/>
          </a:xfrm>
        </p:grpSpPr>
        <p:cxnSp>
          <p:nvCxnSpPr>
            <p:cNvPr id="1024" name="Google Shape;1024;p30"/>
            <p:cNvCxnSpPr>
              <a:stCxn id="1025" idx="2"/>
              <a:endCxn id="1026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25" name="Google Shape;1025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0"/>
            <p:cNvSpPr/>
            <p:nvPr/>
          </p:nvSpPr>
          <p:spPr>
            <a:xfrm rot="-2700000" flipH="1">
              <a:off x="4062342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28" name="Google Shape;1028;p30"/>
          <p:cNvGrpSpPr/>
          <p:nvPr/>
        </p:nvGrpSpPr>
        <p:grpSpPr>
          <a:xfrm>
            <a:off x="1148150" y="4102498"/>
            <a:ext cx="6847800" cy="192185"/>
            <a:chOff x="1148150" y="2347308"/>
            <a:chExt cx="6847800" cy="192185"/>
          </a:xfrm>
        </p:grpSpPr>
        <p:cxnSp>
          <p:nvCxnSpPr>
            <p:cNvPr id="1029" name="Google Shape;1029;p30"/>
            <p:cNvCxnSpPr>
              <a:stCxn id="1030" idx="2"/>
              <a:endCxn id="1031" idx="6"/>
            </p:cNvCxnSpPr>
            <p:nvPr/>
          </p:nvCxnSpPr>
          <p:spPr>
            <a:xfrm>
              <a:off x="1205150" y="2443408"/>
              <a:ext cx="6733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30" name="Google Shape;1030;p30"/>
            <p:cNvSpPr/>
            <p:nvPr/>
          </p:nvSpPr>
          <p:spPr>
            <a:xfrm flipH="1">
              <a:off x="11481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0"/>
            <p:cNvSpPr/>
            <p:nvPr/>
          </p:nvSpPr>
          <p:spPr>
            <a:xfrm flipH="1">
              <a:off x="7938950" y="2414908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0"/>
            <p:cNvSpPr/>
            <p:nvPr/>
          </p:nvSpPr>
          <p:spPr>
            <a:xfrm rot="-8100000">
              <a:off x="5353817" y="2375513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1227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33"/>
          <p:cNvSpPr txBox="1">
            <a:spLocks noGrp="1"/>
          </p:cNvSpPr>
          <p:nvPr>
            <p:ph type="title"/>
          </p:nvPr>
        </p:nvSpPr>
        <p:spPr>
          <a:xfrm>
            <a:off x="2598875" y="1050661"/>
            <a:ext cx="3946500" cy="1175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1113" name="Google Shape;1113;p33"/>
          <p:cNvSpPr txBox="1">
            <a:spLocks noGrp="1"/>
          </p:cNvSpPr>
          <p:nvPr>
            <p:ph type="title" idx="2"/>
          </p:nvPr>
        </p:nvSpPr>
        <p:spPr>
          <a:xfrm>
            <a:off x="2538959" y="2596704"/>
            <a:ext cx="4373316" cy="12291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 Medium"/>
                <a:ea typeface="Montserrat Medium"/>
                <a:cs typeface="Montserrat Medium"/>
                <a:sym typeface="Montserrat Medium"/>
              </a:rPr>
              <a:t>Conclusion et Bilan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115" name="Google Shape;1115;p33"/>
          <p:cNvGrpSpPr/>
          <p:nvPr/>
        </p:nvGrpSpPr>
        <p:grpSpPr>
          <a:xfrm>
            <a:off x="2972897" y="2352552"/>
            <a:ext cx="3572478" cy="192185"/>
            <a:chOff x="4788672" y="2177404"/>
            <a:chExt cx="3478000" cy="192185"/>
          </a:xfrm>
        </p:grpSpPr>
        <p:sp>
          <p:nvSpPr>
            <p:cNvPr id="1116" name="Google Shape;1116;p33"/>
            <p:cNvSpPr/>
            <p:nvPr/>
          </p:nvSpPr>
          <p:spPr>
            <a:xfrm rot="-2700000" flipH="1">
              <a:off x="7250940" y="2205609"/>
              <a:ext cx="136016" cy="135774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117" name="Google Shape;1117;p33"/>
            <p:cNvCxnSpPr>
              <a:stCxn id="1118" idx="6"/>
              <a:endCxn id="1119" idx="2"/>
            </p:cNvCxnSpPr>
            <p:nvPr/>
          </p:nvCxnSpPr>
          <p:spPr>
            <a:xfrm rot="10800000">
              <a:off x="4845772" y="2272517"/>
              <a:ext cx="33639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19" name="Google Shape;1119;p33"/>
            <p:cNvSpPr/>
            <p:nvPr/>
          </p:nvSpPr>
          <p:spPr>
            <a:xfrm flipH="1">
              <a:off x="4788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33"/>
            <p:cNvSpPr/>
            <p:nvPr/>
          </p:nvSpPr>
          <p:spPr>
            <a:xfrm flipH="1">
              <a:off x="8209672" y="2244017"/>
              <a:ext cx="57000" cy="57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0" name="Google Shape;1120;p33"/>
          <p:cNvGrpSpPr/>
          <p:nvPr/>
        </p:nvGrpSpPr>
        <p:grpSpPr>
          <a:xfrm flipH="1">
            <a:off x="7834772" y="2544125"/>
            <a:ext cx="1929500" cy="2210100"/>
            <a:chOff x="295725" y="-3462825"/>
            <a:chExt cx="1929500" cy="2210100"/>
          </a:xfrm>
        </p:grpSpPr>
        <p:sp>
          <p:nvSpPr>
            <p:cNvPr id="1121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6" name="Google Shape;1146;p33"/>
          <p:cNvGrpSpPr/>
          <p:nvPr/>
        </p:nvGrpSpPr>
        <p:grpSpPr>
          <a:xfrm>
            <a:off x="1005972" y="2347838"/>
            <a:ext cx="873188" cy="546900"/>
            <a:chOff x="1115510" y="4327288"/>
            <a:chExt cx="873188" cy="546900"/>
          </a:xfrm>
        </p:grpSpPr>
        <p:sp>
          <p:nvSpPr>
            <p:cNvPr id="1147" name="Google Shape;1147;p33"/>
            <p:cNvSpPr/>
            <p:nvPr/>
          </p:nvSpPr>
          <p:spPr>
            <a:xfrm flipH="1">
              <a:off x="1115510" y="4327288"/>
              <a:ext cx="549275" cy="546900"/>
            </a:xfrm>
            <a:custGeom>
              <a:avLst/>
              <a:gdLst/>
              <a:ahLst/>
              <a:cxnLst/>
              <a:rect l="l" t="t" r="r" b="b"/>
              <a:pathLst>
                <a:path w="21971" h="21876" extrusionOk="0">
                  <a:moveTo>
                    <a:pt x="21780" y="1"/>
                  </a:moveTo>
                  <a:cubicBezTo>
                    <a:pt x="21751" y="1"/>
                    <a:pt x="21721" y="11"/>
                    <a:pt x="21694" y="36"/>
                  </a:cubicBezTo>
                  <a:lnTo>
                    <a:pt x="89" y="21630"/>
                  </a:lnTo>
                  <a:cubicBezTo>
                    <a:pt x="0" y="21719"/>
                    <a:pt x="67" y="21864"/>
                    <a:pt x="190" y="21875"/>
                  </a:cubicBezTo>
                  <a:cubicBezTo>
                    <a:pt x="223" y="21864"/>
                    <a:pt x="268" y="21853"/>
                    <a:pt x="290" y="21830"/>
                  </a:cubicBezTo>
                  <a:lnTo>
                    <a:pt x="21884" y="226"/>
                  </a:lnTo>
                  <a:cubicBezTo>
                    <a:pt x="21971" y="130"/>
                    <a:pt x="21882" y="1"/>
                    <a:pt x="2178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8" name="Google Shape;1148;p33"/>
            <p:cNvGrpSpPr/>
            <p:nvPr/>
          </p:nvGrpSpPr>
          <p:grpSpPr>
            <a:xfrm flipH="1">
              <a:off x="1664772" y="4493938"/>
              <a:ext cx="323925" cy="323650"/>
              <a:chOff x="1608625" y="299800"/>
              <a:chExt cx="323925" cy="323650"/>
            </a:xfrm>
          </p:grpSpPr>
          <p:sp>
            <p:nvSpPr>
              <p:cNvPr id="1149" name="Google Shape;1149;p33"/>
              <p:cNvSpPr/>
              <p:nvPr/>
            </p:nvSpPr>
            <p:spPr>
              <a:xfrm>
                <a:off x="1633450" y="324425"/>
                <a:ext cx="275900" cy="274200"/>
              </a:xfrm>
              <a:custGeom>
                <a:avLst/>
                <a:gdLst/>
                <a:ahLst/>
                <a:cxnLst/>
                <a:rect l="l" t="t" r="r" b="b"/>
                <a:pathLst>
                  <a:path w="11036" h="10968" extrusionOk="0">
                    <a:moveTo>
                      <a:pt x="10830" y="0"/>
                    </a:moveTo>
                    <a:cubicBezTo>
                      <a:pt x="10795" y="0"/>
                      <a:pt x="10758" y="16"/>
                      <a:pt x="10725" y="54"/>
                    </a:cubicBezTo>
                    <a:lnTo>
                      <a:pt x="46" y="10733"/>
                    </a:lnTo>
                    <a:cubicBezTo>
                      <a:pt x="1" y="10789"/>
                      <a:pt x="1" y="10867"/>
                      <a:pt x="46" y="10923"/>
                    </a:cubicBezTo>
                    <a:cubicBezTo>
                      <a:pt x="79" y="10956"/>
                      <a:pt x="112" y="10968"/>
                      <a:pt x="146" y="10968"/>
                    </a:cubicBezTo>
                    <a:cubicBezTo>
                      <a:pt x="191" y="10968"/>
                      <a:pt x="224" y="10956"/>
                      <a:pt x="246" y="10923"/>
                    </a:cubicBezTo>
                    <a:lnTo>
                      <a:pt x="10926" y="254"/>
                    </a:lnTo>
                    <a:cubicBezTo>
                      <a:pt x="11036" y="153"/>
                      <a:pt x="10941" y="0"/>
                      <a:pt x="1083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33"/>
              <p:cNvSpPr/>
              <p:nvPr/>
            </p:nvSpPr>
            <p:spPr>
              <a:xfrm>
                <a:off x="1875625" y="299800"/>
                <a:ext cx="56925" cy="56950"/>
              </a:xfrm>
              <a:custGeom>
                <a:avLst/>
                <a:gdLst/>
                <a:ahLst/>
                <a:cxnLst/>
                <a:rect l="l" t="t" r="r" b="b"/>
                <a:pathLst>
                  <a:path w="2277" h="2278" extrusionOk="0">
                    <a:moveTo>
                      <a:pt x="1139" y="1"/>
                    </a:moveTo>
                    <a:cubicBezTo>
                      <a:pt x="514" y="1"/>
                      <a:pt x="0" y="514"/>
                      <a:pt x="0" y="1139"/>
                    </a:cubicBezTo>
                    <a:cubicBezTo>
                      <a:pt x="0" y="1764"/>
                      <a:pt x="514" y="2277"/>
                      <a:pt x="1139" y="2277"/>
                    </a:cubicBezTo>
                    <a:cubicBezTo>
                      <a:pt x="1764" y="2277"/>
                      <a:pt x="2277" y="1764"/>
                      <a:pt x="2277" y="1139"/>
                    </a:cubicBezTo>
                    <a:cubicBezTo>
                      <a:pt x="2277" y="514"/>
                      <a:pt x="1764" y="1"/>
                      <a:pt x="113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33"/>
              <p:cNvSpPr/>
              <p:nvPr/>
            </p:nvSpPr>
            <p:spPr>
              <a:xfrm>
                <a:off x="1608625" y="566800"/>
                <a:ext cx="56950" cy="56650"/>
              </a:xfrm>
              <a:custGeom>
                <a:avLst/>
                <a:gdLst/>
                <a:ahLst/>
                <a:cxnLst/>
                <a:rect l="l" t="t" r="r" b="b"/>
                <a:pathLst>
                  <a:path w="2278" h="2266" extrusionOk="0">
                    <a:moveTo>
                      <a:pt x="1139" y="0"/>
                    </a:moveTo>
                    <a:cubicBezTo>
                      <a:pt x="514" y="0"/>
                      <a:pt x="1" y="503"/>
                      <a:pt x="1" y="1127"/>
                    </a:cubicBezTo>
                    <a:cubicBezTo>
                      <a:pt x="1" y="1764"/>
                      <a:pt x="514" y="2266"/>
                      <a:pt x="1139" y="2266"/>
                    </a:cubicBezTo>
                    <a:cubicBezTo>
                      <a:pt x="1775" y="2266"/>
                      <a:pt x="2277" y="1764"/>
                      <a:pt x="2277" y="1127"/>
                    </a:cubicBezTo>
                    <a:cubicBezTo>
                      <a:pt x="2277" y="503"/>
                      <a:pt x="1775" y="0"/>
                      <a:pt x="11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3377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0"/>
          <p:cNvSpPr txBox="1">
            <a:spLocks noGrp="1"/>
          </p:cNvSpPr>
          <p:nvPr>
            <p:ph type="title"/>
          </p:nvPr>
        </p:nvSpPr>
        <p:spPr>
          <a:xfrm>
            <a:off x="378472" y="99488"/>
            <a:ext cx="7291080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La découverte de l’entreprise</a:t>
            </a:r>
            <a:endParaRPr sz="4400" b="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74" name="Google Shape;1374;p40"/>
          <p:cNvGrpSpPr/>
          <p:nvPr/>
        </p:nvGrpSpPr>
        <p:grpSpPr>
          <a:xfrm flipH="1">
            <a:off x="378472" y="3923488"/>
            <a:ext cx="1929500" cy="2210100"/>
            <a:chOff x="295725" y="-3462825"/>
            <a:chExt cx="1929500" cy="2210100"/>
          </a:xfrm>
        </p:grpSpPr>
        <p:sp>
          <p:nvSpPr>
            <p:cNvPr id="1375" name="Google Shape;1375;p4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40"/>
          <p:cNvGrpSpPr/>
          <p:nvPr/>
        </p:nvGrpSpPr>
        <p:grpSpPr>
          <a:xfrm flipH="1">
            <a:off x="4571988" y="-438607"/>
            <a:ext cx="1938846" cy="1720830"/>
            <a:chOff x="-1873362" y="2120543"/>
            <a:chExt cx="1938846" cy="1720830"/>
          </a:xfrm>
        </p:grpSpPr>
        <p:sp>
          <p:nvSpPr>
            <p:cNvPr id="1401" name="Google Shape;1401;p4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DF2BF167-9142-7D81-DB41-98054D360A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8" y="2187999"/>
            <a:ext cx="4253183" cy="28354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37552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40"/>
          <p:cNvSpPr txBox="1">
            <a:spLocks noGrp="1"/>
          </p:cNvSpPr>
          <p:nvPr>
            <p:ph type="title"/>
          </p:nvPr>
        </p:nvSpPr>
        <p:spPr>
          <a:xfrm>
            <a:off x="1219172" y="452104"/>
            <a:ext cx="6561499" cy="40311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 dirty="0">
                <a:latin typeface="Montserrat Medium"/>
                <a:ea typeface="Montserrat Medium"/>
                <a:cs typeface="Montserrat Medium"/>
                <a:sym typeface="Montserrat Medium"/>
              </a:rPr>
              <a:t>Quelle</a:t>
            </a:r>
            <a:r>
              <a:rPr lang="en" sz="5400" b="0" dirty="0">
                <a:latin typeface="Montserrat Medium"/>
                <a:ea typeface="Montserrat Medium"/>
                <a:cs typeface="Montserrat Medium"/>
                <a:sym typeface="Montserrat Medium"/>
              </a:rPr>
              <a:t> avenir pour le projet ?</a:t>
            </a:r>
            <a:endParaRPr sz="5400" b="0" dirty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1374" name="Google Shape;1374;p40"/>
          <p:cNvGrpSpPr/>
          <p:nvPr/>
        </p:nvGrpSpPr>
        <p:grpSpPr>
          <a:xfrm flipH="1">
            <a:off x="378472" y="3923488"/>
            <a:ext cx="1929500" cy="2210100"/>
            <a:chOff x="295725" y="-3462825"/>
            <a:chExt cx="1929500" cy="2210100"/>
          </a:xfrm>
        </p:grpSpPr>
        <p:sp>
          <p:nvSpPr>
            <p:cNvPr id="1375" name="Google Shape;1375;p40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40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40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40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40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40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40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40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40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40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40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0" name="Google Shape;1400;p40"/>
          <p:cNvGrpSpPr/>
          <p:nvPr/>
        </p:nvGrpSpPr>
        <p:grpSpPr>
          <a:xfrm flipH="1">
            <a:off x="4571988" y="-438607"/>
            <a:ext cx="1938846" cy="1720830"/>
            <a:chOff x="-1873362" y="2120543"/>
            <a:chExt cx="1938846" cy="1720830"/>
          </a:xfrm>
        </p:grpSpPr>
        <p:sp>
          <p:nvSpPr>
            <p:cNvPr id="1401" name="Google Shape;1401;p40"/>
            <p:cNvSpPr/>
            <p:nvPr/>
          </p:nvSpPr>
          <p:spPr>
            <a:xfrm>
              <a:off x="-1603307" y="2348270"/>
              <a:ext cx="752952" cy="979890"/>
            </a:xfrm>
            <a:custGeom>
              <a:avLst/>
              <a:gdLst/>
              <a:ahLst/>
              <a:cxnLst/>
              <a:rect l="l" t="t" r="r" b="b"/>
              <a:pathLst>
                <a:path w="34350" h="44703" extrusionOk="0">
                  <a:moveTo>
                    <a:pt x="34205" y="1"/>
                  </a:moveTo>
                  <a:cubicBezTo>
                    <a:pt x="34169" y="1"/>
                    <a:pt x="34132" y="15"/>
                    <a:pt x="34104" y="43"/>
                  </a:cubicBezTo>
                  <a:lnTo>
                    <a:pt x="23425" y="10722"/>
                  </a:lnTo>
                  <a:cubicBezTo>
                    <a:pt x="23402" y="10745"/>
                    <a:pt x="23391" y="10778"/>
                    <a:pt x="23391" y="10823"/>
                  </a:cubicBezTo>
                  <a:lnTo>
                    <a:pt x="23391" y="21168"/>
                  </a:lnTo>
                  <a:lnTo>
                    <a:pt x="90" y="44468"/>
                  </a:lnTo>
                  <a:cubicBezTo>
                    <a:pt x="1" y="44558"/>
                    <a:pt x="68" y="44703"/>
                    <a:pt x="191" y="44703"/>
                  </a:cubicBezTo>
                  <a:cubicBezTo>
                    <a:pt x="224" y="44703"/>
                    <a:pt x="258" y="44692"/>
                    <a:pt x="291" y="44669"/>
                  </a:cubicBezTo>
                  <a:lnTo>
                    <a:pt x="23626" y="21324"/>
                  </a:lnTo>
                  <a:cubicBezTo>
                    <a:pt x="23648" y="21301"/>
                    <a:pt x="23670" y="21257"/>
                    <a:pt x="23670" y="21223"/>
                  </a:cubicBezTo>
                  <a:lnTo>
                    <a:pt x="23670" y="10879"/>
                  </a:lnTo>
                  <a:lnTo>
                    <a:pt x="34305" y="244"/>
                  </a:lnTo>
                  <a:cubicBezTo>
                    <a:pt x="34350" y="188"/>
                    <a:pt x="34350" y="98"/>
                    <a:pt x="34305" y="43"/>
                  </a:cubicBezTo>
                  <a:cubicBezTo>
                    <a:pt x="34277" y="15"/>
                    <a:pt x="34241" y="1"/>
                    <a:pt x="3420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40"/>
            <p:cNvSpPr/>
            <p:nvPr/>
          </p:nvSpPr>
          <p:spPr>
            <a:xfrm>
              <a:off x="-880956" y="2326262"/>
              <a:ext cx="54822" cy="49978"/>
            </a:xfrm>
            <a:custGeom>
              <a:avLst/>
              <a:gdLst/>
              <a:ahLst/>
              <a:cxnLst/>
              <a:rect l="l" t="t" r="r" b="b"/>
              <a:pathLst>
                <a:path w="2501" h="2280" extrusionOk="0">
                  <a:moveTo>
                    <a:pt x="1248" y="0"/>
                  </a:moveTo>
                  <a:cubicBezTo>
                    <a:pt x="738" y="0"/>
                    <a:pt x="270" y="354"/>
                    <a:pt x="146" y="879"/>
                  </a:cubicBezTo>
                  <a:cubicBezTo>
                    <a:pt x="1" y="1493"/>
                    <a:pt x="380" y="2107"/>
                    <a:pt x="994" y="2252"/>
                  </a:cubicBezTo>
                  <a:cubicBezTo>
                    <a:pt x="1077" y="2270"/>
                    <a:pt x="1161" y="2279"/>
                    <a:pt x="1243" y="2279"/>
                  </a:cubicBezTo>
                  <a:cubicBezTo>
                    <a:pt x="1757" y="2279"/>
                    <a:pt x="2231" y="1933"/>
                    <a:pt x="2356" y="1404"/>
                  </a:cubicBezTo>
                  <a:cubicBezTo>
                    <a:pt x="2501" y="790"/>
                    <a:pt x="2121" y="176"/>
                    <a:pt x="1507" y="31"/>
                  </a:cubicBezTo>
                  <a:cubicBezTo>
                    <a:pt x="1421" y="10"/>
                    <a:pt x="1334" y="0"/>
                    <a:pt x="124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40"/>
            <p:cNvSpPr/>
            <p:nvPr/>
          </p:nvSpPr>
          <p:spPr>
            <a:xfrm>
              <a:off x="-1248116" y="2840637"/>
              <a:ext cx="136036" cy="135772"/>
            </a:xfrm>
            <a:custGeom>
              <a:avLst/>
              <a:gdLst/>
              <a:ahLst/>
              <a:cxnLst/>
              <a:rect l="l" t="t" r="r" b="b"/>
              <a:pathLst>
                <a:path w="6206" h="6194" extrusionOk="0">
                  <a:moveTo>
                    <a:pt x="6149" y="0"/>
                  </a:moveTo>
                  <a:lnTo>
                    <a:pt x="1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40"/>
            <p:cNvSpPr/>
            <p:nvPr/>
          </p:nvSpPr>
          <p:spPr>
            <a:xfrm>
              <a:off x="-1524768" y="2679196"/>
              <a:ext cx="649512" cy="786446"/>
            </a:xfrm>
            <a:custGeom>
              <a:avLst/>
              <a:gdLst/>
              <a:ahLst/>
              <a:cxnLst/>
              <a:rect l="l" t="t" r="r" b="b"/>
              <a:pathLst>
                <a:path w="29631" h="35878" extrusionOk="0">
                  <a:moveTo>
                    <a:pt x="29432" y="0"/>
                  </a:moveTo>
                  <a:cubicBezTo>
                    <a:pt x="29400" y="0"/>
                    <a:pt x="29367" y="13"/>
                    <a:pt x="29338" y="44"/>
                  </a:cubicBezTo>
                  <a:lnTo>
                    <a:pt x="23402" y="5981"/>
                  </a:lnTo>
                  <a:cubicBezTo>
                    <a:pt x="23368" y="6004"/>
                    <a:pt x="23357" y="6037"/>
                    <a:pt x="23357" y="6082"/>
                  </a:cubicBezTo>
                  <a:lnTo>
                    <a:pt x="23357" y="12342"/>
                  </a:lnTo>
                  <a:lnTo>
                    <a:pt x="56" y="35643"/>
                  </a:lnTo>
                  <a:cubicBezTo>
                    <a:pt x="0" y="35699"/>
                    <a:pt x="0" y="35777"/>
                    <a:pt x="56" y="35833"/>
                  </a:cubicBezTo>
                  <a:cubicBezTo>
                    <a:pt x="89" y="35866"/>
                    <a:pt x="123" y="35877"/>
                    <a:pt x="156" y="35877"/>
                  </a:cubicBezTo>
                  <a:cubicBezTo>
                    <a:pt x="190" y="35877"/>
                    <a:pt x="234" y="35866"/>
                    <a:pt x="257" y="35844"/>
                  </a:cubicBezTo>
                  <a:lnTo>
                    <a:pt x="23591" y="12498"/>
                  </a:lnTo>
                  <a:cubicBezTo>
                    <a:pt x="23625" y="12476"/>
                    <a:pt x="23636" y="12443"/>
                    <a:pt x="23636" y="12398"/>
                  </a:cubicBezTo>
                  <a:lnTo>
                    <a:pt x="23636" y="6137"/>
                  </a:lnTo>
                  <a:lnTo>
                    <a:pt x="29528" y="234"/>
                  </a:lnTo>
                  <a:cubicBezTo>
                    <a:pt x="29631" y="140"/>
                    <a:pt x="29537" y="0"/>
                    <a:pt x="294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40"/>
            <p:cNvSpPr/>
            <p:nvPr/>
          </p:nvSpPr>
          <p:spPr>
            <a:xfrm>
              <a:off x="-906383" y="2657342"/>
              <a:ext cx="53836" cy="49824"/>
            </a:xfrm>
            <a:custGeom>
              <a:avLst/>
              <a:gdLst/>
              <a:ahLst/>
              <a:cxnLst/>
              <a:rect l="l" t="t" r="r" b="b"/>
              <a:pathLst>
                <a:path w="2456" h="2273" extrusionOk="0">
                  <a:moveTo>
                    <a:pt x="1225" y="0"/>
                  </a:moveTo>
                  <a:cubicBezTo>
                    <a:pt x="680" y="0"/>
                    <a:pt x="191" y="399"/>
                    <a:pt x="101" y="952"/>
                  </a:cubicBezTo>
                  <a:cubicBezTo>
                    <a:pt x="0" y="1577"/>
                    <a:pt x="424" y="2157"/>
                    <a:pt x="1049" y="2258"/>
                  </a:cubicBezTo>
                  <a:cubicBezTo>
                    <a:pt x="1111" y="2268"/>
                    <a:pt x="1173" y="2273"/>
                    <a:pt x="1233" y="2273"/>
                  </a:cubicBezTo>
                  <a:cubicBezTo>
                    <a:pt x="1775" y="2273"/>
                    <a:pt x="2254" y="1882"/>
                    <a:pt x="2344" y="1320"/>
                  </a:cubicBezTo>
                  <a:cubicBezTo>
                    <a:pt x="2455" y="707"/>
                    <a:pt x="2031" y="115"/>
                    <a:pt x="1406" y="15"/>
                  </a:cubicBezTo>
                  <a:cubicBezTo>
                    <a:pt x="1346" y="5"/>
                    <a:pt x="1285" y="0"/>
                    <a:pt x="122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40"/>
            <p:cNvSpPr/>
            <p:nvPr/>
          </p:nvSpPr>
          <p:spPr>
            <a:xfrm>
              <a:off x="-1252039" y="2304737"/>
              <a:ext cx="241471" cy="240177"/>
            </a:xfrm>
            <a:custGeom>
              <a:avLst/>
              <a:gdLst/>
              <a:ahLst/>
              <a:cxnLst/>
              <a:rect l="l" t="t" r="r" b="b"/>
              <a:pathLst>
                <a:path w="11016" h="10957" extrusionOk="0">
                  <a:moveTo>
                    <a:pt x="10859" y="0"/>
                  </a:moveTo>
                  <a:cubicBezTo>
                    <a:pt x="10823" y="0"/>
                    <a:pt x="10787" y="14"/>
                    <a:pt x="10759" y="42"/>
                  </a:cubicBezTo>
                  <a:lnTo>
                    <a:pt x="90" y="10711"/>
                  </a:lnTo>
                  <a:cubicBezTo>
                    <a:pt x="1" y="10800"/>
                    <a:pt x="57" y="10956"/>
                    <a:pt x="180" y="10956"/>
                  </a:cubicBezTo>
                  <a:cubicBezTo>
                    <a:pt x="224" y="10956"/>
                    <a:pt x="258" y="10934"/>
                    <a:pt x="280" y="10912"/>
                  </a:cubicBezTo>
                  <a:lnTo>
                    <a:pt x="10960" y="243"/>
                  </a:lnTo>
                  <a:cubicBezTo>
                    <a:pt x="11015" y="187"/>
                    <a:pt x="11015" y="98"/>
                    <a:pt x="10960" y="42"/>
                  </a:cubicBezTo>
                  <a:cubicBezTo>
                    <a:pt x="10932" y="14"/>
                    <a:pt x="10895" y="0"/>
                    <a:pt x="108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40"/>
            <p:cNvSpPr/>
            <p:nvPr/>
          </p:nvSpPr>
          <p:spPr>
            <a:xfrm>
              <a:off x="-1042397" y="2282795"/>
              <a:ext cx="56773" cy="49934"/>
            </a:xfrm>
            <a:custGeom>
              <a:avLst/>
              <a:gdLst/>
              <a:ahLst/>
              <a:cxnLst/>
              <a:rect l="l" t="t" r="r" b="b"/>
              <a:pathLst>
                <a:path w="2590" h="2278" extrusionOk="0">
                  <a:moveTo>
                    <a:pt x="1285" y="1"/>
                  </a:moveTo>
                  <a:cubicBezTo>
                    <a:pt x="1143" y="1"/>
                    <a:pt x="999" y="27"/>
                    <a:pt x="860" y="84"/>
                  </a:cubicBezTo>
                  <a:cubicBezTo>
                    <a:pt x="280" y="329"/>
                    <a:pt x="1" y="999"/>
                    <a:pt x="246" y="1579"/>
                  </a:cubicBezTo>
                  <a:cubicBezTo>
                    <a:pt x="423" y="2017"/>
                    <a:pt x="849" y="2277"/>
                    <a:pt x="1296" y="2277"/>
                  </a:cubicBezTo>
                  <a:cubicBezTo>
                    <a:pt x="1441" y="2277"/>
                    <a:pt x="1588" y="2250"/>
                    <a:pt x="1730" y="2193"/>
                  </a:cubicBezTo>
                  <a:cubicBezTo>
                    <a:pt x="2311" y="1947"/>
                    <a:pt x="2590" y="1289"/>
                    <a:pt x="2344" y="708"/>
                  </a:cubicBezTo>
                  <a:cubicBezTo>
                    <a:pt x="2158" y="268"/>
                    <a:pt x="1733" y="1"/>
                    <a:pt x="12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0"/>
            <p:cNvSpPr/>
            <p:nvPr/>
          </p:nvSpPr>
          <p:spPr>
            <a:xfrm>
              <a:off x="-1275516" y="2516813"/>
              <a:ext cx="54822" cy="49802"/>
            </a:xfrm>
            <a:custGeom>
              <a:avLst/>
              <a:gdLst/>
              <a:ahLst/>
              <a:cxnLst/>
              <a:rect l="l" t="t" r="r" b="b"/>
              <a:pathLst>
                <a:path w="2501" h="2272" extrusionOk="0">
                  <a:moveTo>
                    <a:pt x="1254" y="0"/>
                  </a:moveTo>
                  <a:cubicBezTo>
                    <a:pt x="737" y="0"/>
                    <a:pt x="270" y="353"/>
                    <a:pt x="146" y="868"/>
                  </a:cubicBezTo>
                  <a:cubicBezTo>
                    <a:pt x="1" y="1482"/>
                    <a:pt x="380" y="2096"/>
                    <a:pt x="994" y="2241"/>
                  </a:cubicBezTo>
                  <a:cubicBezTo>
                    <a:pt x="1082" y="2262"/>
                    <a:pt x="1171" y="2272"/>
                    <a:pt x="1258" y="2272"/>
                  </a:cubicBezTo>
                  <a:cubicBezTo>
                    <a:pt x="1774" y="2272"/>
                    <a:pt x="2241" y="1918"/>
                    <a:pt x="2355" y="1393"/>
                  </a:cubicBezTo>
                  <a:cubicBezTo>
                    <a:pt x="2500" y="779"/>
                    <a:pt x="2121" y="176"/>
                    <a:pt x="1518" y="31"/>
                  </a:cubicBezTo>
                  <a:cubicBezTo>
                    <a:pt x="1430" y="10"/>
                    <a:pt x="1341" y="0"/>
                    <a:pt x="125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40"/>
            <p:cNvSpPr/>
            <p:nvPr/>
          </p:nvSpPr>
          <p:spPr>
            <a:xfrm>
              <a:off x="-1067824" y="3161765"/>
              <a:ext cx="659200" cy="657841"/>
            </a:xfrm>
            <a:custGeom>
              <a:avLst/>
              <a:gdLst/>
              <a:ahLst/>
              <a:cxnLst/>
              <a:rect l="l" t="t" r="r" b="b"/>
              <a:pathLst>
                <a:path w="30073" h="30011" extrusionOk="0">
                  <a:moveTo>
                    <a:pt x="29876" y="1"/>
                  </a:moveTo>
                  <a:cubicBezTo>
                    <a:pt x="29846" y="1"/>
                    <a:pt x="29814" y="11"/>
                    <a:pt x="29785" y="36"/>
                  </a:cubicBezTo>
                  <a:lnTo>
                    <a:pt x="56" y="29776"/>
                  </a:lnTo>
                  <a:cubicBezTo>
                    <a:pt x="0" y="29821"/>
                    <a:pt x="0" y="29910"/>
                    <a:pt x="56" y="29966"/>
                  </a:cubicBezTo>
                  <a:cubicBezTo>
                    <a:pt x="78" y="29999"/>
                    <a:pt x="112" y="30010"/>
                    <a:pt x="156" y="30010"/>
                  </a:cubicBezTo>
                  <a:cubicBezTo>
                    <a:pt x="190" y="30010"/>
                    <a:pt x="223" y="29999"/>
                    <a:pt x="257" y="29966"/>
                  </a:cubicBezTo>
                  <a:lnTo>
                    <a:pt x="29986" y="237"/>
                  </a:lnTo>
                  <a:cubicBezTo>
                    <a:pt x="30073" y="132"/>
                    <a:pt x="29983" y="1"/>
                    <a:pt x="298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40"/>
            <p:cNvSpPr/>
            <p:nvPr/>
          </p:nvSpPr>
          <p:spPr>
            <a:xfrm>
              <a:off x="-676683" y="3289011"/>
              <a:ext cx="136014" cy="135772"/>
            </a:xfrm>
            <a:custGeom>
              <a:avLst/>
              <a:gdLst/>
              <a:ahLst/>
              <a:cxnLst/>
              <a:rect l="l" t="t" r="r" b="b"/>
              <a:pathLst>
                <a:path w="6205" h="6194" extrusionOk="0">
                  <a:moveTo>
                    <a:pt x="6160" y="0"/>
                  </a:moveTo>
                  <a:lnTo>
                    <a:pt x="0" y="6149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40"/>
            <p:cNvSpPr/>
            <p:nvPr/>
          </p:nvSpPr>
          <p:spPr>
            <a:xfrm>
              <a:off x="-429382" y="3134825"/>
              <a:ext cx="53836" cy="50065"/>
            </a:xfrm>
            <a:custGeom>
              <a:avLst/>
              <a:gdLst/>
              <a:ahLst/>
              <a:cxnLst/>
              <a:rect l="l" t="t" r="r" b="b"/>
              <a:pathLst>
                <a:path w="2456" h="2284" extrusionOk="0">
                  <a:moveTo>
                    <a:pt x="1226" y="0"/>
                  </a:moveTo>
                  <a:cubicBezTo>
                    <a:pt x="681" y="0"/>
                    <a:pt x="191" y="400"/>
                    <a:pt x="101" y="964"/>
                  </a:cubicBezTo>
                  <a:cubicBezTo>
                    <a:pt x="0" y="1577"/>
                    <a:pt x="424" y="2169"/>
                    <a:pt x="1049" y="2269"/>
                  </a:cubicBezTo>
                  <a:cubicBezTo>
                    <a:pt x="1110" y="2279"/>
                    <a:pt x="1170" y="2284"/>
                    <a:pt x="1230" y="2284"/>
                  </a:cubicBezTo>
                  <a:cubicBezTo>
                    <a:pt x="1775" y="2284"/>
                    <a:pt x="2264" y="1884"/>
                    <a:pt x="2355" y="1321"/>
                  </a:cubicBezTo>
                  <a:cubicBezTo>
                    <a:pt x="2455" y="696"/>
                    <a:pt x="2031" y="115"/>
                    <a:pt x="1406" y="15"/>
                  </a:cubicBezTo>
                  <a:cubicBezTo>
                    <a:pt x="1346" y="5"/>
                    <a:pt x="1285" y="0"/>
                    <a:pt x="12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40"/>
            <p:cNvSpPr/>
            <p:nvPr/>
          </p:nvSpPr>
          <p:spPr>
            <a:xfrm>
              <a:off x="-1089349" y="3791702"/>
              <a:ext cx="49912" cy="49671"/>
            </a:xfrm>
            <a:custGeom>
              <a:avLst/>
              <a:gdLst/>
              <a:ahLst/>
              <a:cxnLst/>
              <a:rect l="l" t="t" r="r" b="b"/>
              <a:pathLst>
                <a:path w="2277" h="2266" extrusionOk="0">
                  <a:moveTo>
                    <a:pt x="1138" y="0"/>
                  </a:moveTo>
                  <a:cubicBezTo>
                    <a:pt x="502" y="0"/>
                    <a:pt x="0" y="502"/>
                    <a:pt x="0" y="1127"/>
                  </a:cubicBezTo>
                  <a:cubicBezTo>
                    <a:pt x="0" y="1763"/>
                    <a:pt x="502" y="2265"/>
                    <a:pt x="1138" y="2265"/>
                  </a:cubicBezTo>
                  <a:cubicBezTo>
                    <a:pt x="1763" y="2265"/>
                    <a:pt x="2277" y="1763"/>
                    <a:pt x="2277" y="1127"/>
                  </a:cubicBezTo>
                  <a:cubicBezTo>
                    <a:pt x="2277" y="502"/>
                    <a:pt x="1763" y="0"/>
                    <a:pt x="113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40"/>
            <p:cNvSpPr/>
            <p:nvPr/>
          </p:nvSpPr>
          <p:spPr>
            <a:xfrm>
              <a:off x="-864538" y="3079499"/>
              <a:ext cx="44739" cy="33647"/>
            </a:xfrm>
            <a:custGeom>
              <a:avLst/>
              <a:gdLst/>
              <a:ahLst/>
              <a:cxnLst/>
              <a:rect l="l" t="t" r="r" b="b"/>
              <a:pathLst>
                <a:path w="2041" h="1535" extrusionOk="0">
                  <a:moveTo>
                    <a:pt x="1021" y="0"/>
                  </a:moveTo>
                  <a:cubicBezTo>
                    <a:pt x="970" y="0"/>
                    <a:pt x="920" y="6"/>
                    <a:pt x="870" y="17"/>
                  </a:cubicBezTo>
                  <a:cubicBezTo>
                    <a:pt x="825" y="28"/>
                    <a:pt x="781" y="39"/>
                    <a:pt x="736" y="62"/>
                  </a:cubicBezTo>
                  <a:cubicBezTo>
                    <a:pt x="680" y="73"/>
                    <a:pt x="636" y="95"/>
                    <a:pt x="602" y="129"/>
                  </a:cubicBezTo>
                  <a:cubicBezTo>
                    <a:pt x="558" y="151"/>
                    <a:pt x="513" y="184"/>
                    <a:pt x="479" y="229"/>
                  </a:cubicBezTo>
                  <a:cubicBezTo>
                    <a:pt x="1" y="708"/>
                    <a:pt x="333" y="1530"/>
                    <a:pt x="1021" y="1535"/>
                  </a:cubicBezTo>
                  <a:lnTo>
                    <a:pt x="1021" y="1535"/>
                  </a:lnTo>
                  <a:cubicBezTo>
                    <a:pt x="1698" y="1530"/>
                    <a:pt x="2040" y="708"/>
                    <a:pt x="1562" y="229"/>
                  </a:cubicBezTo>
                  <a:cubicBezTo>
                    <a:pt x="1484" y="151"/>
                    <a:pt x="1406" y="95"/>
                    <a:pt x="1305" y="62"/>
                  </a:cubicBezTo>
                  <a:cubicBezTo>
                    <a:pt x="1261" y="39"/>
                    <a:pt x="1216" y="28"/>
                    <a:pt x="1171" y="17"/>
                  </a:cubicBezTo>
                  <a:cubicBezTo>
                    <a:pt x="1121" y="6"/>
                    <a:pt x="1071" y="0"/>
                    <a:pt x="1021" y="0"/>
                  </a:cubicBezTo>
                  <a:close/>
                  <a:moveTo>
                    <a:pt x="1021" y="1535"/>
                  </a:moveTo>
                  <a:cubicBezTo>
                    <a:pt x="1019" y="1535"/>
                    <a:pt x="1017" y="1535"/>
                    <a:pt x="1015" y="1535"/>
                  </a:cubicBezTo>
                  <a:lnTo>
                    <a:pt x="1026" y="1535"/>
                  </a:lnTo>
                  <a:cubicBezTo>
                    <a:pt x="1024" y="1535"/>
                    <a:pt x="1023" y="1535"/>
                    <a:pt x="1021" y="153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40"/>
            <p:cNvSpPr/>
            <p:nvPr/>
          </p:nvSpPr>
          <p:spPr>
            <a:xfrm>
              <a:off x="-1492721" y="3169086"/>
              <a:ext cx="584365" cy="571016"/>
            </a:xfrm>
            <a:custGeom>
              <a:avLst/>
              <a:gdLst/>
              <a:ahLst/>
              <a:cxnLst/>
              <a:rect l="l" t="t" r="r" b="b"/>
              <a:pathLst>
                <a:path w="26659" h="26050" extrusionOk="0">
                  <a:moveTo>
                    <a:pt x="25615" y="0"/>
                  </a:moveTo>
                  <a:cubicBezTo>
                    <a:pt x="25521" y="0"/>
                    <a:pt x="25422" y="18"/>
                    <a:pt x="25321" y="59"/>
                  </a:cubicBezTo>
                  <a:cubicBezTo>
                    <a:pt x="24529" y="360"/>
                    <a:pt x="24752" y="1532"/>
                    <a:pt x="25600" y="1532"/>
                  </a:cubicBezTo>
                  <a:cubicBezTo>
                    <a:pt x="25790" y="1532"/>
                    <a:pt x="25979" y="1454"/>
                    <a:pt x="26124" y="1331"/>
                  </a:cubicBezTo>
                  <a:cubicBezTo>
                    <a:pt x="26659" y="826"/>
                    <a:pt x="26246" y="0"/>
                    <a:pt x="25615" y="0"/>
                  </a:cubicBezTo>
                  <a:close/>
                  <a:moveTo>
                    <a:pt x="21521" y="4074"/>
                  </a:moveTo>
                  <a:cubicBezTo>
                    <a:pt x="21427" y="4074"/>
                    <a:pt x="21327" y="4092"/>
                    <a:pt x="21225" y="4132"/>
                  </a:cubicBezTo>
                  <a:cubicBezTo>
                    <a:pt x="20433" y="4445"/>
                    <a:pt x="20656" y="5616"/>
                    <a:pt x="21504" y="5616"/>
                  </a:cubicBezTo>
                  <a:cubicBezTo>
                    <a:pt x="21705" y="5616"/>
                    <a:pt x="21895" y="5549"/>
                    <a:pt x="22029" y="5416"/>
                  </a:cubicBezTo>
                  <a:cubicBezTo>
                    <a:pt x="22573" y="4910"/>
                    <a:pt x="22160" y="4074"/>
                    <a:pt x="21521" y="4074"/>
                  </a:cubicBezTo>
                  <a:close/>
                  <a:moveTo>
                    <a:pt x="17436" y="8169"/>
                  </a:moveTo>
                  <a:cubicBezTo>
                    <a:pt x="17341" y="8169"/>
                    <a:pt x="17242" y="8187"/>
                    <a:pt x="17141" y="8228"/>
                  </a:cubicBezTo>
                  <a:cubicBezTo>
                    <a:pt x="16349" y="8540"/>
                    <a:pt x="16572" y="9712"/>
                    <a:pt x="17420" y="9712"/>
                  </a:cubicBezTo>
                  <a:cubicBezTo>
                    <a:pt x="17621" y="9712"/>
                    <a:pt x="17811" y="9634"/>
                    <a:pt x="17944" y="9500"/>
                  </a:cubicBezTo>
                  <a:cubicBezTo>
                    <a:pt x="18488" y="8995"/>
                    <a:pt x="18069" y="8169"/>
                    <a:pt x="17436" y="8169"/>
                  </a:cubicBezTo>
                  <a:close/>
                  <a:moveTo>
                    <a:pt x="13345" y="12254"/>
                  </a:moveTo>
                  <a:cubicBezTo>
                    <a:pt x="13242" y="12254"/>
                    <a:pt x="13134" y="12275"/>
                    <a:pt x="13023" y="12323"/>
                  </a:cubicBezTo>
                  <a:cubicBezTo>
                    <a:pt x="12264" y="12658"/>
                    <a:pt x="12499" y="13796"/>
                    <a:pt x="13336" y="13796"/>
                  </a:cubicBezTo>
                  <a:cubicBezTo>
                    <a:pt x="13548" y="13796"/>
                    <a:pt x="13749" y="13707"/>
                    <a:pt x="13894" y="13551"/>
                  </a:cubicBezTo>
                  <a:cubicBezTo>
                    <a:pt x="14381" y="13025"/>
                    <a:pt x="13960" y="12254"/>
                    <a:pt x="13345" y="12254"/>
                  </a:cubicBezTo>
                  <a:close/>
                  <a:moveTo>
                    <a:pt x="9257" y="16338"/>
                  </a:moveTo>
                  <a:cubicBezTo>
                    <a:pt x="9155" y="16338"/>
                    <a:pt x="9048" y="16360"/>
                    <a:pt x="8939" y="16408"/>
                  </a:cubicBezTo>
                  <a:cubicBezTo>
                    <a:pt x="8169" y="16742"/>
                    <a:pt x="8414" y="17881"/>
                    <a:pt x="9251" y="17881"/>
                  </a:cubicBezTo>
                  <a:cubicBezTo>
                    <a:pt x="9463" y="17881"/>
                    <a:pt x="9664" y="17791"/>
                    <a:pt x="9809" y="17635"/>
                  </a:cubicBezTo>
                  <a:cubicBezTo>
                    <a:pt x="10297" y="17109"/>
                    <a:pt x="9867" y="16338"/>
                    <a:pt x="9257" y="16338"/>
                  </a:cubicBezTo>
                  <a:close/>
                  <a:moveTo>
                    <a:pt x="5182" y="20433"/>
                  </a:moveTo>
                  <a:cubicBezTo>
                    <a:pt x="5088" y="20433"/>
                    <a:pt x="4989" y="20451"/>
                    <a:pt x="4888" y="20492"/>
                  </a:cubicBezTo>
                  <a:cubicBezTo>
                    <a:pt x="4096" y="20793"/>
                    <a:pt x="4319" y="21965"/>
                    <a:pt x="5167" y="21965"/>
                  </a:cubicBezTo>
                  <a:cubicBezTo>
                    <a:pt x="5357" y="21965"/>
                    <a:pt x="5546" y="21887"/>
                    <a:pt x="5691" y="21764"/>
                  </a:cubicBezTo>
                  <a:cubicBezTo>
                    <a:pt x="6225" y="21259"/>
                    <a:pt x="5813" y="20433"/>
                    <a:pt x="5182" y="20433"/>
                  </a:cubicBezTo>
                  <a:close/>
                  <a:moveTo>
                    <a:pt x="1088" y="24507"/>
                  </a:moveTo>
                  <a:cubicBezTo>
                    <a:pt x="994" y="24507"/>
                    <a:pt x="894" y="24525"/>
                    <a:pt x="792" y="24565"/>
                  </a:cubicBezTo>
                  <a:cubicBezTo>
                    <a:pt x="0" y="24878"/>
                    <a:pt x="223" y="26049"/>
                    <a:pt x="1071" y="26049"/>
                  </a:cubicBezTo>
                  <a:cubicBezTo>
                    <a:pt x="1272" y="26049"/>
                    <a:pt x="1462" y="25982"/>
                    <a:pt x="1596" y="25849"/>
                  </a:cubicBezTo>
                  <a:cubicBezTo>
                    <a:pt x="2140" y="25343"/>
                    <a:pt x="1727" y="24507"/>
                    <a:pt x="1088" y="2450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40"/>
            <p:cNvSpPr/>
            <p:nvPr/>
          </p:nvSpPr>
          <p:spPr>
            <a:xfrm>
              <a:off x="-1581278" y="3795976"/>
              <a:ext cx="41122" cy="33647"/>
            </a:xfrm>
            <a:custGeom>
              <a:avLst/>
              <a:gdLst/>
              <a:ahLst/>
              <a:cxnLst/>
              <a:rect l="l" t="t" r="r" b="b"/>
              <a:pathLst>
                <a:path w="1876" h="1535" extrusionOk="0">
                  <a:moveTo>
                    <a:pt x="1027" y="1"/>
                  </a:moveTo>
                  <a:cubicBezTo>
                    <a:pt x="976" y="1"/>
                    <a:pt x="924" y="6"/>
                    <a:pt x="871" y="17"/>
                  </a:cubicBezTo>
                  <a:cubicBezTo>
                    <a:pt x="826" y="28"/>
                    <a:pt x="781" y="39"/>
                    <a:pt x="737" y="62"/>
                  </a:cubicBezTo>
                  <a:cubicBezTo>
                    <a:pt x="692" y="84"/>
                    <a:pt x="648" y="106"/>
                    <a:pt x="603" y="129"/>
                  </a:cubicBezTo>
                  <a:cubicBezTo>
                    <a:pt x="558" y="162"/>
                    <a:pt x="525" y="196"/>
                    <a:pt x="480" y="229"/>
                  </a:cubicBezTo>
                  <a:cubicBezTo>
                    <a:pt x="0" y="709"/>
                    <a:pt x="346" y="1535"/>
                    <a:pt x="1027" y="1535"/>
                  </a:cubicBezTo>
                  <a:cubicBezTo>
                    <a:pt x="1228" y="1535"/>
                    <a:pt x="1429" y="1457"/>
                    <a:pt x="1563" y="1312"/>
                  </a:cubicBezTo>
                  <a:cubicBezTo>
                    <a:pt x="1641" y="1245"/>
                    <a:pt x="1697" y="1155"/>
                    <a:pt x="1730" y="1066"/>
                  </a:cubicBezTo>
                  <a:cubicBezTo>
                    <a:pt x="1752" y="1010"/>
                    <a:pt x="1763" y="966"/>
                    <a:pt x="1775" y="921"/>
                  </a:cubicBezTo>
                  <a:cubicBezTo>
                    <a:pt x="1875" y="438"/>
                    <a:pt x="1495" y="1"/>
                    <a:pt x="10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40"/>
            <p:cNvSpPr/>
            <p:nvPr/>
          </p:nvSpPr>
          <p:spPr>
            <a:xfrm>
              <a:off x="-1873362" y="2939014"/>
              <a:ext cx="480201" cy="479478"/>
            </a:xfrm>
            <a:custGeom>
              <a:avLst/>
              <a:gdLst/>
              <a:ahLst/>
              <a:cxnLst/>
              <a:rect l="l" t="t" r="r" b="b"/>
              <a:pathLst>
                <a:path w="21907" h="21874" extrusionOk="0">
                  <a:moveTo>
                    <a:pt x="21751" y="1"/>
                  </a:moveTo>
                  <a:cubicBezTo>
                    <a:pt x="21714" y="1"/>
                    <a:pt x="21678" y="15"/>
                    <a:pt x="21650" y="43"/>
                  </a:cubicBezTo>
                  <a:lnTo>
                    <a:pt x="57" y="21636"/>
                  </a:lnTo>
                  <a:cubicBezTo>
                    <a:pt x="1" y="21692"/>
                    <a:pt x="1" y="21781"/>
                    <a:pt x="57" y="21837"/>
                  </a:cubicBezTo>
                  <a:cubicBezTo>
                    <a:pt x="75" y="21855"/>
                    <a:pt x="101" y="21874"/>
                    <a:pt x="134" y="21874"/>
                  </a:cubicBezTo>
                  <a:cubicBezTo>
                    <a:pt x="141" y="21874"/>
                    <a:pt x="149" y="21873"/>
                    <a:pt x="157" y="21871"/>
                  </a:cubicBezTo>
                  <a:cubicBezTo>
                    <a:pt x="163" y="21873"/>
                    <a:pt x="169" y="21874"/>
                    <a:pt x="175" y="21874"/>
                  </a:cubicBezTo>
                  <a:cubicBezTo>
                    <a:pt x="202" y="21874"/>
                    <a:pt x="228" y="21855"/>
                    <a:pt x="246" y="21837"/>
                  </a:cubicBezTo>
                  <a:lnTo>
                    <a:pt x="21851" y="232"/>
                  </a:lnTo>
                  <a:cubicBezTo>
                    <a:pt x="21907" y="177"/>
                    <a:pt x="21907" y="99"/>
                    <a:pt x="21851" y="43"/>
                  </a:cubicBezTo>
                  <a:cubicBezTo>
                    <a:pt x="21823" y="15"/>
                    <a:pt x="21787" y="1"/>
                    <a:pt x="217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40"/>
            <p:cNvSpPr/>
            <p:nvPr/>
          </p:nvSpPr>
          <p:spPr>
            <a:xfrm>
              <a:off x="-414717" y="2120543"/>
              <a:ext cx="480201" cy="479895"/>
            </a:xfrm>
            <a:custGeom>
              <a:avLst/>
              <a:gdLst/>
              <a:ahLst/>
              <a:cxnLst/>
              <a:rect l="l" t="t" r="r" b="b"/>
              <a:pathLst>
                <a:path w="21907" h="21893" extrusionOk="0">
                  <a:moveTo>
                    <a:pt x="21752" y="0"/>
                  </a:moveTo>
                  <a:cubicBezTo>
                    <a:pt x="21717" y="0"/>
                    <a:pt x="21684" y="14"/>
                    <a:pt x="21661" y="42"/>
                  </a:cubicBezTo>
                  <a:lnTo>
                    <a:pt x="57" y="21647"/>
                  </a:lnTo>
                  <a:cubicBezTo>
                    <a:pt x="1" y="21703"/>
                    <a:pt x="1" y="21792"/>
                    <a:pt x="57" y="21848"/>
                  </a:cubicBezTo>
                  <a:cubicBezTo>
                    <a:pt x="79" y="21870"/>
                    <a:pt x="113" y="21892"/>
                    <a:pt x="157" y="21892"/>
                  </a:cubicBezTo>
                  <a:cubicBezTo>
                    <a:pt x="191" y="21881"/>
                    <a:pt x="224" y="21870"/>
                    <a:pt x="258" y="21837"/>
                  </a:cubicBezTo>
                  <a:lnTo>
                    <a:pt x="21851" y="243"/>
                  </a:lnTo>
                  <a:cubicBezTo>
                    <a:pt x="21907" y="187"/>
                    <a:pt x="21907" y="98"/>
                    <a:pt x="21851" y="42"/>
                  </a:cubicBezTo>
                  <a:cubicBezTo>
                    <a:pt x="21823" y="14"/>
                    <a:pt x="21787" y="0"/>
                    <a:pt x="2175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40"/>
            <p:cNvSpPr/>
            <p:nvPr/>
          </p:nvSpPr>
          <p:spPr>
            <a:xfrm>
              <a:off x="-287757" y="2820734"/>
              <a:ext cx="217972" cy="209731"/>
            </a:xfrm>
            <a:custGeom>
              <a:avLst/>
              <a:gdLst/>
              <a:ahLst/>
              <a:cxnLst/>
              <a:rect l="l" t="t" r="r" b="b"/>
              <a:pathLst>
                <a:path w="9944" h="9568" extrusionOk="0">
                  <a:moveTo>
                    <a:pt x="5168" y="283"/>
                  </a:moveTo>
                  <a:cubicBezTo>
                    <a:pt x="7645" y="283"/>
                    <a:pt x="9665" y="2292"/>
                    <a:pt x="9665" y="4780"/>
                  </a:cubicBezTo>
                  <a:cubicBezTo>
                    <a:pt x="9665" y="6599"/>
                    <a:pt x="8571" y="8240"/>
                    <a:pt x="6886" y="8943"/>
                  </a:cubicBezTo>
                  <a:cubicBezTo>
                    <a:pt x="6328" y="9172"/>
                    <a:pt x="5744" y="9283"/>
                    <a:pt x="5165" y="9283"/>
                  </a:cubicBezTo>
                  <a:cubicBezTo>
                    <a:pt x="3993" y="9283"/>
                    <a:pt x="2842" y="8827"/>
                    <a:pt x="1976" y="7961"/>
                  </a:cubicBezTo>
                  <a:cubicBezTo>
                    <a:pt x="693" y="6677"/>
                    <a:pt x="302" y="4736"/>
                    <a:pt x="1005" y="3062"/>
                  </a:cubicBezTo>
                  <a:cubicBezTo>
                    <a:pt x="1697" y="1377"/>
                    <a:pt x="3337" y="283"/>
                    <a:pt x="5168" y="283"/>
                  </a:cubicBezTo>
                  <a:close/>
                  <a:moveTo>
                    <a:pt x="5166" y="0"/>
                  </a:moveTo>
                  <a:cubicBezTo>
                    <a:pt x="3922" y="0"/>
                    <a:pt x="2699" y="487"/>
                    <a:pt x="1786" y="1399"/>
                  </a:cubicBezTo>
                  <a:cubicBezTo>
                    <a:pt x="414" y="2772"/>
                    <a:pt x="1" y="4825"/>
                    <a:pt x="748" y="6611"/>
                  </a:cubicBezTo>
                  <a:cubicBezTo>
                    <a:pt x="1485" y="8396"/>
                    <a:pt x="3226" y="9568"/>
                    <a:pt x="5168" y="9568"/>
                  </a:cubicBezTo>
                  <a:cubicBezTo>
                    <a:pt x="7801" y="9557"/>
                    <a:pt x="9944" y="7425"/>
                    <a:pt x="9944" y="4780"/>
                  </a:cubicBezTo>
                  <a:cubicBezTo>
                    <a:pt x="9944" y="2850"/>
                    <a:pt x="8783" y="1109"/>
                    <a:pt x="6987" y="361"/>
                  </a:cubicBezTo>
                  <a:cubicBezTo>
                    <a:pt x="6397" y="118"/>
                    <a:pt x="5779" y="0"/>
                    <a:pt x="5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40"/>
            <p:cNvSpPr/>
            <p:nvPr/>
          </p:nvSpPr>
          <p:spPr>
            <a:xfrm>
              <a:off x="-221208" y="2878778"/>
              <a:ext cx="93204" cy="93467"/>
            </a:xfrm>
            <a:custGeom>
              <a:avLst/>
              <a:gdLst/>
              <a:ahLst/>
              <a:cxnLst/>
              <a:rect l="l" t="t" r="r" b="b"/>
              <a:pathLst>
                <a:path w="4252" h="4264" extrusionOk="0">
                  <a:moveTo>
                    <a:pt x="2120" y="1"/>
                  </a:moveTo>
                  <a:cubicBezTo>
                    <a:pt x="949" y="1"/>
                    <a:pt x="0" y="961"/>
                    <a:pt x="0" y="2132"/>
                  </a:cubicBezTo>
                  <a:cubicBezTo>
                    <a:pt x="0" y="3304"/>
                    <a:pt x="949" y="4264"/>
                    <a:pt x="2120" y="4264"/>
                  </a:cubicBezTo>
                  <a:cubicBezTo>
                    <a:pt x="3303" y="4264"/>
                    <a:pt x="4252" y="3304"/>
                    <a:pt x="4252" y="2132"/>
                  </a:cubicBezTo>
                  <a:cubicBezTo>
                    <a:pt x="4252" y="961"/>
                    <a:pt x="3303" y="1"/>
                    <a:pt x="21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665490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49"/>
          <p:cNvSpPr txBox="1">
            <a:spLocks noGrp="1"/>
          </p:cNvSpPr>
          <p:nvPr>
            <p:ph type="ctrTitle" idx="4294967295"/>
          </p:nvPr>
        </p:nvSpPr>
        <p:spPr>
          <a:xfrm>
            <a:off x="864782" y="1353938"/>
            <a:ext cx="3381375" cy="712788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/>
              <a:t>MERCI !</a:t>
            </a:r>
            <a:endParaRPr sz="6000" dirty="0"/>
          </a:p>
        </p:txBody>
      </p:sp>
      <p:sp>
        <p:nvSpPr>
          <p:cNvPr id="1690" name="Google Shape;1690;p49"/>
          <p:cNvSpPr txBox="1">
            <a:spLocks noGrp="1"/>
          </p:cNvSpPr>
          <p:nvPr>
            <p:ph type="subTitle" idx="4294967295"/>
          </p:nvPr>
        </p:nvSpPr>
        <p:spPr>
          <a:xfrm>
            <a:off x="864782" y="2328909"/>
            <a:ext cx="5343525" cy="133985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/>
              <a:t>Avez-vous des questions ?</a:t>
            </a:r>
            <a:endParaRPr sz="2800" b="1" dirty="0"/>
          </a:p>
        </p:txBody>
      </p:sp>
      <p:cxnSp>
        <p:nvCxnSpPr>
          <p:cNvPr id="1691" name="Google Shape;1691;p49"/>
          <p:cNvCxnSpPr/>
          <p:nvPr/>
        </p:nvCxnSpPr>
        <p:spPr>
          <a:xfrm rot="10800000">
            <a:off x="945275" y="2197817"/>
            <a:ext cx="87645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Graphique 4">
            <a:extLst>
              <a:ext uri="{FF2B5EF4-FFF2-40B4-BE49-F238E27FC236}">
                <a16:creationId xmlns:a16="http://schemas.microsoft.com/office/drawing/2014/main" id="{FDD98F05-7B26-1013-3B35-E0A51363A8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878051" y="2136583"/>
            <a:ext cx="3201300" cy="3201300"/>
          </a:xfrm>
          <a:prstGeom prst="rect">
            <a:avLst/>
          </a:prstGeom>
        </p:spPr>
      </p:pic>
      <p:grpSp>
        <p:nvGrpSpPr>
          <p:cNvPr id="6" name="Google Shape;1120;p33"/>
          <p:cNvGrpSpPr/>
          <p:nvPr/>
        </p:nvGrpSpPr>
        <p:grpSpPr>
          <a:xfrm flipH="1">
            <a:off x="6999881" y="-754573"/>
            <a:ext cx="1929500" cy="2210100"/>
            <a:chOff x="295725" y="-3462825"/>
            <a:chExt cx="1929500" cy="2210100"/>
          </a:xfrm>
        </p:grpSpPr>
        <p:sp>
          <p:nvSpPr>
            <p:cNvPr id="7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" name="Google Shape;1120;p33"/>
          <p:cNvGrpSpPr/>
          <p:nvPr/>
        </p:nvGrpSpPr>
        <p:grpSpPr>
          <a:xfrm flipH="1">
            <a:off x="420177" y="3550671"/>
            <a:ext cx="1929500" cy="2210100"/>
            <a:chOff x="295725" y="-3462825"/>
            <a:chExt cx="1929500" cy="2210100"/>
          </a:xfrm>
        </p:grpSpPr>
        <p:sp>
          <p:nvSpPr>
            <p:cNvPr id="33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120;p33"/>
          <p:cNvGrpSpPr/>
          <p:nvPr/>
        </p:nvGrpSpPr>
        <p:grpSpPr>
          <a:xfrm flipH="1">
            <a:off x="-483430" y="-1105050"/>
            <a:ext cx="1929500" cy="2210100"/>
            <a:chOff x="295725" y="-3462825"/>
            <a:chExt cx="1929500" cy="2210100"/>
          </a:xfrm>
        </p:grpSpPr>
        <p:sp>
          <p:nvSpPr>
            <p:cNvPr id="59" name="Google Shape;1121;p33"/>
            <p:cNvSpPr/>
            <p:nvPr/>
          </p:nvSpPr>
          <p:spPr>
            <a:xfrm>
              <a:off x="1089425" y="-3462825"/>
              <a:ext cx="700025" cy="959400"/>
            </a:xfrm>
            <a:custGeom>
              <a:avLst/>
              <a:gdLst/>
              <a:ahLst/>
              <a:cxnLst/>
              <a:rect l="l" t="t" r="r" b="b"/>
              <a:pathLst>
                <a:path w="28001" h="38376" extrusionOk="0">
                  <a:moveTo>
                    <a:pt x="27849" y="1"/>
                  </a:moveTo>
                  <a:cubicBezTo>
                    <a:pt x="27816" y="1"/>
                    <a:pt x="27782" y="15"/>
                    <a:pt x="27755" y="43"/>
                  </a:cubicBezTo>
                  <a:lnTo>
                    <a:pt x="10736" y="17061"/>
                  </a:lnTo>
                  <a:cubicBezTo>
                    <a:pt x="10703" y="17083"/>
                    <a:pt x="10692" y="17117"/>
                    <a:pt x="10692" y="17161"/>
                  </a:cubicBezTo>
                  <a:lnTo>
                    <a:pt x="10692" y="27495"/>
                  </a:lnTo>
                  <a:lnTo>
                    <a:pt x="57" y="38130"/>
                  </a:lnTo>
                  <a:cubicBezTo>
                    <a:pt x="1" y="38186"/>
                    <a:pt x="1" y="38275"/>
                    <a:pt x="57" y="38331"/>
                  </a:cubicBezTo>
                  <a:cubicBezTo>
                    <a:pt x="79" y="38353"/>
                    <a:pt x="124" y="38375"/>
                    <a:pt x="157" y="38375"/>
                  </a:cubicBezTo>
                  <a:cubicBezTo>
                    <a:pt x="191" y="38375"/>
                    <a:pt x="235" y="38353"/>
                    <a:pt x="258" y="38331"/>
                  </a:cubicBezTo>
                  <a:lnTo>
                    <a:pt x="10937" y="27651"/>
                  </a:lnTo>
                  <a:cubicBezTo>
                    <a:pt x="10960" y="27629"/>
                    <a:pt x="10971" y="27595"/>
                    <a:pt x="10971" y="27551"/>
                  </a:cubicBezTo>
                  <a:lnTo>
                    <a:pt x="10971" y="17206"/>
                  </a:lnTo>
                  <a:lnTo>
                    <a:pt x="27944" y="232"/>
                  </a:lnTo>
                  <a:cubicBezTo>
                    <a:pt x="28000" y="188"/>
                    <a:pt x="28000" y="98"/>
                    <a:pt x="27944" y="43"/>
                  </a:cubicBezTo>
                  <a:cubicBezTo>
                    <a:pt x="27916" y="15"/>
                    <a:pt x="27883" y="1"/>
                    <a:pt x="278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2;p33"/>
            <p:cNvSpPr/>
            <p:nvPr/>
          </p:nvSpPr>
          <p:spPr>
            <a:xfrm>
              <a:off x="1064875" y="-2535525"/>
              <a:ext cx="56950" cy="56925"/>
            </a:xfrm>
            <a:custGeom>
              <a:avLst/>
              <a:gdLst/>
              <a:ahLst/>
              <a:cxnLst/>
              <a:rect l="l" t="t" r="r" b="b"/>
              <a:pathLst>
                <a:path w="2278" h="2277" extrusionOk="0">
                  <a:moveTo>
                    <a:pt x="1139" y="0"/>
                  </a:moveTo>
                  <a:cubicBezTo>
                    <a:pt x="514" y="0"/>
                    <a:pt x="1" y="513"/>
                    <a:pt x="1" y="1138"/>
                  </a:cubicBezTo>
                  <a:cubicBezTo>
                    <a:pt x="1" y="1763"/>
                    <a:pt x="514" y="2277"/>
                    <a:pt x="1139" y="2277"/>
                  </a:cubicBezTo>
                  <a:cubicBezTo>
                    <a:pt x="1764" y="2277"/>
                    <a:pt x="2277" y="1763"/>
                    <a:pt x="2277" y="1138"/>
                  </a:cubicBezTo>
                  <a:cubicBezTo>
                    <a:pt x="2277" y="513"/>
                    <a:pt x="1764" y="0"/>
                    <a:pt x="11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3;p33"/>
            <p:cNvSpPr/>
            <p:nvPr/>
          </p:nvSpPr>
          <p:spPr>
            <a:xfrm>
              <a:off x="1212200" y="-2944175"/>
              <a:ext cx="869900" cy="1026350"/>
            </a:xfrm>
            <a:custGeom>
              <a:avLst/>
              <a:gdLst/>
              <a:ahLst/>
              <a:cxnLst/>
              <a:rect l="l" t="t" r="r" b="b"/>
              <a:pathLst>
                <a:path w="34796" h="41054" extrusionOk="0">
                  <a:moveTo>
                    <a:pt x="34639" y="0"/>
                  </a:moveTo>
                  <a:cubicBezTo>
                    <a:pt x="34603" y="0"/>
                    <a:pt x="34567" y="14"/>
                    <a:pt x="34539" y="42"/>
                  </a:cubicBezTo>
                  <a:lnTo>
                    <a:pt x="6026" y="28555"/>
                  </a:lnTo>
                  <a:cubicBezTo>
                    <a:pt x="6004" y="28577"/>
                    <a:pt x="5993" y="28610"/>
                    <a:pt x="5993" y="28655"/>
                  </a:cubicBezTo>
                  <a:lnTo>
                    <a:pt x="5993" y="34915"/>
                  </a:lnTo>
                  <a:lnTo>
                    <a:pt x="89" y="40808"/>
                  </a:lnTo>
                  <a:cubicBezTo>
                    <a:pt x="0" y="40897"/>
                    <a:pt x="56" y="41042"/>
                    <a:pt x="190" y="41053"/>
                  </a:cubicBezTo>
                  <a:cubicBezTo>
                    <a:pt x="223" y="41053"/>
                    <a:pt x="257" y="41042"/>
                    <a:pt x="290" y="41008"/>
                  </a:cubicBezTo>
                  <a:lnTo>
                    <a:pt x="6227" y="35072"/>
                  </a:lnTo>
                  <a:cubicBezTo>
                    <a:pt x="6249" y="35049"/>
                    <a:pt x="6272" y="35016"/>
                    <a:pt x="6272" y="34971"/>
                  </a:cubicBezTo>
                  <a:lnTo>
                    <a:pt x="6272" y="28711"/>
                  </a:lnTo>
                  <a:lnTo>
                    <a:pt x="34740" y="232"/>
                  </a:lnTo>
                  <a:cubicBezTo>
                    <a:pt x="34795" y="176"/>
                    <a:pt x="34795" y="87"/>
                    <a:pt x="34740" y="42"/>
                  </a:cubicBezTo>
                  <a:cubicBezTo>
                    <a:pt x="34712" y="14"/>
                    <a:pt x="34675" y="0"/>
                    <a:pt x="346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4;p33"/>
            <p:cNvSpPr/>
            <p:nvPr/>
          </p:nvSpPr>
          <p:spPr>
            <a:xfrm>
              <a:off x="1577675" y="-2592175"/>
              <a:ext cx="155125" cy="154875"/>
            </a:xfrm>
            <a:custGeom>
              <a:avLst/>
              <a:gdLst/>
              <a:ahLst/>
              <a:cxnLst/>
              <a:rect l="l" t="t" r="r" b="b"/>
              <a:pathLst>
                <a:path w="6205" h="6195" extrusionOk="0">
                  <a:moveTo>
                    <a:pt x="6160" y="1"/>
                  </a:moveTo>
                  <a:lnTo>
                    <a:pt x="0" y="6150"/>
                  </a:lnTo>
                  <a:lnTo>
                    <a:pt x="1395" y="6194"/>
                  </a:lnTo>
                  <a:lnTo>
                    <a:pt x="6205" y="1384"/>
                  </a:lnTo>
                  <a:lnTo>
                    <a:pt x="616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5;p33"/>
            <p:cNvSpPr/>
            <p:nvPr/>
          </p:nvSpPr>
          <p:spPr>
            <a:xfrm>
              <a:off x="1188475" y="-1949950"/>
              <a:ext cx="56950" cy="56950"/>
            </a:xfrm>
            <a:custGeom>
              <a:avLst/>
              <a:gdLst/>
              <a:ahLst/>
              <a:cxnLst/>
              <a:rect l="l" t="t" r="r" b="b"/>
              <a:pathLst>
                <a:path w="2278" h="2278" extrusionOk="0">
                  <a:moveTo>
                    <a:pt x="1139" y="1"/>
                  </a:moveTo>
                  <a:cubicBezTo>
                    <a:pt x="503" y="1"/>
                    <a:pt x="1" y="514"/>
                    <a:pt x="1" y="1139"/>
                  </a:cubicBezTo>
                  <a:cubicBezTo>
                    <a:pt x="1" y="1775"/>
                    <a:pt x="503" y="2277"/>
                    <a:pt x="1139" y="2277"/>
                  </a:cubicBezTo>
                  <a:cubicBezTo>
                    <a:pt x="1764" y="2277"/>
                    <a:pt x="2277" y="1775"/>
                    <a:pt x="2277" y="1139"/>
                  </a:cubicBezTo>
                  <a:cubicBezTo>
                    <a:pt x="2277" y="514"/>
                    <a:pt x="1764" y="1"/>
                    <a:pt x="11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1126;p33"/>
            <p:cNvSpPr/>
            <p:nvPr/>
          </p:nvSpPr>
          <p:spPr>
            <a:xfrm>
              <a:off x="2043025" y="-3122375"/>
              <a:ext cx="38525" cy="38650"/>
            </a:xfrm>
            <a:custGeom>
              <a:avLst/>
              <a:gdLst/>
              <a:ahLst/>
              <a:cxnLst/>
              <a:rect l="l" t="t" r="r" b="b"/>
              <a:pathLst>
                <a:path w="1541" h="1546" extrusionOk="0">
                  <a:moveTo>
                    <a:pt x="768" y="1"/>
                  </a:moveTo>
                  <a:cubicBezTo>
                    <a:pt x="525" y="1"/>
                    <a:pt x="283" y="117"/>
                    <a:pt x="134" y="340"/>
                  </a:cubicBezTo>
                  <a:cubicBezTo>
                    <a:pt x="100" y="385"/>
                    <a:pt x="78" y="441"/>
                    <a:pt x="56" y="486"/>
                  </a:cubicBezTo>
                  <a:cubicBezTo>
                    <a:pt x="45" y="530"/>
                    <a:pt x="22" y="575"/>
                    <a:pt x="11" y="619"/>
                  </a:cubicBezTo>
                  <a:cubicBezTo>
                    <a:pt x="11" y="675"/>
                    <a:pt x="0" y="720"/>
                    <a:pt x="0" y="776"/>
                  </a:cubicBezTo>
                  <a:cubicBezTo>
                    <a:pt x="0" y="1200"/>
                    <a:pt x="346" y="1546"/>
                    <a:pt x="770" y="1546"/>
                  </a:cubicBezTo>
                  <a:cubicBezTo>
                    <a:pt x="1194" y="1546"/>
                    <a:pt x="1540" y="1200"/>
                    <a:pt x="1540" y="776"/>
                  </a:cubicBezTo>
                  <a:cubicBezTo>
                    <a:pt x="1540" y="720"/>
                    <a:pt x="1529" y="675"/>
                    <a:pt x="1518" y="619"/>
                  </a:cubicBezTo>
                  <a:cubicBezTo>
                    <a:pt x="1507" y="575"/>
                    <a:pt x="1495" y="530"/>
                    <a:pt x="1473" y="486"/>
                  </a:cubicBezTo>
                  <a:cubicBezTo>
                    <a:pt x="1462" y="441"/>
                    <a:pt x="1440" y="385"/>
                    <a:pt x="1406" y="340"/>
                  </a:cubicBezTo>
                  <a:cubicBezTo>
                    <a:pt x="1384" y="307"/>
                    <a:pt x="1350" y="262"/>
                    <a:pt x="1306" y="229"/>
                  </a:cubicBezTo>
                  <a:cubicBezTo>
                    <a:pt x="1157" y="75"/>
                    <a:pt x="962" y="1"/>
                    <a:pt x="7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1127;p33"/>
            <p:cNvSpPr/>
            <p:nvPr/>
          </p:nvSpPr>
          <p:spPr>
            <a:xfrm>
              <a:off x="1472200" y="-3028150"/>
              <a:ext cx="522225" cy="509375"/>
            </a:xfrm>
            <a:custGeom>
              <a:avLst/>
              <a:gdLst/>
              <a:ahLst/>
              <a:cxnLst/>
              <a:rect l="l" t="t" r="r" b="b"/>
              <a:pathLst>
                <a:path w="20889" h="20375" extrusionOk="0">
                  <a:moveTo>
                    <a:pt x="19848" y="0"/>
                  </a:moveTo>
                  <a:cubicBezTo>
                    <a:pt x="19750" y="0"/>
                    <a:pt x="19647" y="20"/>
                    <a:pt x="19541" y="64"/>
                  </a:cubicBezTo>
                  <a:cubicBezTo>
                    <a:pt x="18760" y="388"/>
                    <a:pt x="18994" y="1537"/>
                    <a:pt x="19842" y="1537"/>
                  </a:cubicBezTo>
                  <a:cubicBezTo>
                    <a:pt x="20043" y="1537"/>
                    <a:pt x="20233" y="1459"/>
                    <a:pt x="20378" y="1314"/>
                  </a:cubicBezTo>
                  <a:cubicBezTo>
                    <a:pt x="20888" y="794"/>
                    <a:pt x="20468" y="0"/>
                    <a:pt x="19848" y="0"/>
                  </a:cubicBezTo>
                  <a:close/>
                  <a:moveTo>
                    <a:pt x="16078" y="3761"/>
                  </a:moveTo>
                  <a:cubicBezTo>
                    <a:pt x="15972" y="3761"/>
                    <a:pt x="15860" y="3784"/>
                    <a:pt x="15747" y="3836"/>
                  </a:cubicBezTo>
                  <a:cubicBezTo>
                    <a:pt x="14999" y="4182"/>
                    <a:pt x="15245" y="5309"/>
                    <a:pt x="16070" y="5309"/>
                  </a:cubicBezTo>
                  <a:cubicBezTo>
                    <a:pt x="16294" y="5309"/>
                    <a:pt x="16506" y="5209"/>
                    <a:pt x="16651" y="5030"/>
                  </a:cubicBezTo>
                  <a:cubicBezTo>
                    <a:pt x="17105" y="4500"/>
                    <a:pt x="16676" y="3761"/>
                    <a:pt x="16078" y="3761"/>
                  </a:cubicBezTo>
                  <a:close/>
                  <a:moveTo>
                    <a:pt x="12319" y="7533"/>
                  </a:moveTo>
                  <a:cubicBezTo>
                    <a:pt x="12220" y="7533"/>
                    <a:pt x="12115" y="7553"/>
                    <a:pt x="12008" y="7597"/>
                  </a:cubicBezTo>
                  <a:cubicBezTo>
                    <a:pt x="11238" y="7921"/>
                    <a:pt x="11462" y="9070"/>
                    <a:pt x="12310" y="9070"/>
                  </a:cubicBezTo>
                  <a:cubicBezTo>
                    <a:pt x="12511" y="9070"/>
                    <a:pt x="12700" y="8992"/>
                    <a:pt x="12845" y="8847"/>
                  </a:cubicBezTo>
                  <a:cubicBezTo>
                    <a:pt x="13356" y="8327"/>
                    <a:pt x="12944" y="7533"/>
                    <a:pt x="12319" y="7533"/>
                  </a:cubicBezTo>
                  <a:close/>
                  <a:moveTo>
                    <a:pt x="8545" y="11293"/>
                  </a:moveTo>
                  <a:cubicBezTo>
                    <a:pt x="8439" y="11293"/>
                    <a:pt x="8327" y="11317"/>
                    <a:pt x="8214" y="11369"/>
                  </a:cubicBezTo>
                  <a:cubicBezTo>
                    <a:pt x="7466" y="11715"/>
                    <a:pt x="7712" y="12842"/>
                    <a:pt x="8538" y="12842"/>
                  </a:cubicBezTo>
                  <a:cubicBezTo>
                    <a:pt x="8761" y="12842"/>
                    <a:pt x="8973" y="12742"/>
                    <a:pt x="9118" y="12563"/>
                  </a:cubicBezTo>
                  <a:cubicBezTo>
                    <a:pt x="9573" y="12033"/>
                    <a:pt x="9143" y="11293"/>
                    <a:pt x="8545" y="11293"/>
                  </a:cubicBezTo>
                  <a:close/>
                  <a:moveTo>
                    <a:pt x="4784" y="15066"/>
                  </a:moveTo>
                  <a:cubicBezTo>
                    <a:pt x="4686" y="15066"/>
                    <a:pt x="4582" y="15086"/>
                    <a:pt x="4476" y="15130"/>
                  </a:cubicBezTo>
                  <a:cubicBezTo>
                    <a:pt x="3706" y="15442"/>
                    <a:pt x="3929" y="16603"/>
                    <a:pt x="4777" y="16603"/>
                  </a:cubicBezTo>
                  <a:cubicBezTo>
                    <a:pt x="4978" y="16603"/>
                    <a:pt x="5168" y="16525"/>
                    <a:pt x="5313" y="16380"/>
                  </a:cubicBezTo>
                  <a:cubicBezTo>
                    <a:pt x="5824" y="15868"/>
                    <a:pt x="5410" y="15066"/>
                    <a:pt x="4784" y="15066"/>
                  </a:cubicBezTo>
                  <a:close/>
                  <a:moveTo>
                    <a:pt x="991" y="18820"/>
                  </a:moveTo>
                  <a:cubicBezTo>
                    <a:pt x="795" y="18820"/>
                    <a:pt x="593" y="18903"/>
                    <a:pt x="425" y="19102"/>
                  </a:cubicBezTo>
                  <a:cubicBezTo>
                    <a:pt x="1" y="19605"/>
                    <a:pt x="347" y="20363"/>
                    <a:pt x="1005" y="20375"/>
                  </a:cubicBezTo>
                  <a:cubicBezTo>
                    <a:pt x="1228" y="20375"/>
                    <a:pt x="1440" y="20274"/>
                    <a:pt x="1585" y="20096"/>
                  </a:cubicBezTo>
                  <a:cubicBezTo>
                    <a:pt x="2084" y="19523"/>
                    <a:pt x="1562" y="18820"/>
                    <a:pt x="991" y="188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1128;p33"/>
            <p:cNvSpPr/>
            <p:nvPr/>
          </p:nvSpPr>
          <p:spPr>
            <a:xfrm>
              <a:off x="1384050" y="-2463000"/>
              <a:ext cx="38250" cy="38250"/>
            </a:xfrm>
            <a:custGeom>
              <a:avLst/>
              <a:gdLst/>
              <a:ahLst/>
              <a:cxnLst/>
              <a:rect l="l" t="t" r="r" b="b"/>
              <a:pathLst>
                <a:path w="1530" h="1530" extrusionOk="0">
                  <a:moveTo>
                    <a:pt x="770" y="1"/>
                  </a:moveTo>
                  <a:cubicBezTo>
                    <a:pt x="346" y="1"/>
                    <a:pt x="0" y="335"/>
                    <a:pt x="0" y="759"/>
                  </a:cubicBezTo>
                  <a:cubicBezTo>
                    <a:pt x="0" y="1183"/>
                    <a:pt x="346" y="1529"/>
                    <a:pt x="770" y="1529"/>
                  </a:cubicBezTo>
                  <a:cubicBezTo>
                    <a:pt x="971" y="1529"/>
                    <a:pt x="1161" y="1451"/>
                    <a:pt x="1306" y="1306"/>
                  </a:cubicBezTo>
                  <a:cubicBezTo>
                    <a:pt x="1339" y="1273"/>
                    <a:pt x="1373" y="1228"/>
                    <a:pt x="1406" y="1195"/>
                  </a:cubicBezTo>
                  <a:cubicBezTo>
                    <a:pt x="1429" y="1150"/>
                    <a:pt x="1451" y="1094"/>
                    <a:pt x="1473" y="1050"/>
                  </a:cubicBezTo>
                  <a:cubicBezTo>
                    <a:pt x="1496" y="1005"/>
                    <a:pt x="1507" y="960"/>
                    <a:pt x="1518" y="916"/>
                  </a:cubicBezTo>
                  <a:cubicBezTo>
                    <a:pt x="1529" y="860"/>
                    <a:pt x="1529" y="815"/>
                    <a:pt x="1529" y="759"/>
                  </a:cubicBezTo>
                  <a:cubicBezTo>
                    <a:pt x="1529" y="335"/>
                    <a:pt x="1183" y="1"/>
                    <a:pt x="7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1129;p33"/>
            <p:cNvSpPr/>
            <p:nvPr/>
          </p:nvSpPr>
          <p:spPr>
            <a:xfrm>
              <a:off x="1108400" y="-3240375"/>
              <a:ext cx="38250" cy="38650"/>
            </a:xfrm>
            <a:custGeom>
              <a:avLst/>
              <a:gdLst/>
              <a:ahLst/>
              <a:cxnLst/>
              <a:rect l="l" t="t" r="r" b="b"/>
              <a:pathLst>
                <a:path w="1530" h="1546" extrusionOk="0">
                  <a:moveTo>
                    <a:pt x="763" y="0"/>
                  </a:moveTo>
                  <a:cubicBezTo>
                    <a:pt x="568" y="0"/>
                    <a:pt x="373" y="75"/>
                    <a:pt x="224" y="228"/>
                  </a:cubicBezTo>
                  <a:cubicBezTo>
                    <a:pt x="190" y="262"/>
                    <a:pt x="157" y="295"/>
                    <a:pt x="123" y="340"/>
                  </a:cubicBezTo>
                  <a:cubicBezTo>
                    <a:pt x="101" y="385"/>
                    <a:pt x="79" y="429"/>
                    <a:pt x="57" y="485"/>
                  </a:cubicBezTo>
                  <a:cubicBezTo>
                    <a:pt x="34" y="530"/>
                    <a:pt x="23" y="574"/>
                    <a:pt x="12" y="619"/>
                  </a:cubicBezTo>
                  <a:cubicBezTo>
                    <a:pt x="1" y="664"/>
                    <a:pt x="1" y="719"/>
                    <a:pt x="1" y="775"/>
                  </a:cubicBezTo>
                  <a:cubicBezTo>
                    <a:pt x="1" y="820"/>
                    <a:pt x="1" y="865"/>
                    <a:pt x="12" y="920"/>
                  </a:cubicBezTo>
                  <a:cubicBezTo>
                    <a:pt x="23" y="965"/>
                    <a:pt x="34" y="1010"/>
                    <a:pt x="57" y="1054"/>
                  </a:cubicBezTo>
                  <a:cubicBezTo>
                    <a:pt x="79" y="1110"/>
                    <a:pt x="101" y="1155"/>
                    <a:pt x="123" y="1199"/>
                  </a:cubicBezTo>
                  <a:cubicBezTo>
                    <a:pt x="269" y="1411"/>
                    <a:pt x="503" y="1534"/>
                    <a:pt x="760" y="1545"/>
                  </a:cubicBezTo>
                  <a:cubicBezTo>
                    <a:pt x="972" y="1534"/>
                    <a:pt x="1161" y="1456"/>
                    <a:pt x="1306" y="1311"/>
                  </a:cubicBezTo>
                  <a:cubicBezTo>
                    <a:pt x="1340" y="1277"/>
                    <a:pt x="1373" y="1244"/>
                    <a:pt x="1407" y="1199"/>
                  </a:cubicBezTo>
                  <a:cubicBezTo>
                    <a:pt x="1429" y="1155"/>
                    <a:pt x="1451" y="1110"/>
                    <a:pt x="1474" y="1054"/>
                  </a:cubicBezTo>
                  <a:cubicBezTo>
                    <a:pt x="1496" y="1010"/>
                    <a:pt x="1507" y="965"/>
                    <a:pt x="1518" y="920"/>
                  </a:cubicBezTo>
                  <a:cubicBezTo>
                    <a:pt x="1530" y="865"/>
                    <a:pt x="1530" y="820"/>
                    <a:pt x="1530" y="775"/>
                  </a:cubicBezTo>
                  <a:cubicBezTo>
                    <a:pt x="1530" y="719"/>
                    <a:pt x="1530" y="664"/>
                    <a:pt x="1518" y="619"/>
                  </a:cubicBezTo>
                  <a:cubicBezTo>
                    <a:pt x="1507" y="574"/>
                    <a:pt x="1496" y="530"/>
                    <a:pt x="1474" y="485"/>
                  </a:cubicBezTo>
                  <a:cubicBezTo>
                    <a:pt x="1451" y="429"/>
                    <a:pt x="1429" y="385"/>
                    <a:pt x="1407" y="340"/>
                  </a:cubicBezTo>
                  <a:cubicBezTo>
                    <a:pt x="1252" y="117"/>
                    <a:pt x="1007" y="0"/>
                    <a:pt x="7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1130;p33"/>
            <p:cNvSpPr/>
            <p:nvPr/>
          </p:nvSpPr>
          <p:spPr>
            <a:xfrm>
              <a:off x="537050" y="-3146175"/>
              <a:ext cx="522775" cy="509125"/>
            </a:xfrm>
            <a:custGeom>
              <a:avLst/>
              <a:gdLst/>
              <a:ahLst/>
              <a:cxnLst/>
              <a:rect l="l" t="t" r="r" b="b"/>
              <a:pathLst>
                <a:path w="20911" h="20365" extrusionOk="0">
                  <a:moveTo>
                    <a:pt x="19870" y="1"/>
                  </a:moveTo>
                  <a:cubicBezTo>
                    <a:pt x="19772" y="1"/>
                    <a:pt x="19668" y="21"/>
                    <a:pt x="19563" y="65"/>
                  </a:cubicBezTo>
                  <a:cubicBezTo>
                    <a:pt x="18782" y="377"/>
                    <a:pt x="19016" y="1538"/>
                    <a:pt x="19853" y="1538"/>
                  </a:cubicBezTo>
                  <a:cubicBezTo>
                    <a:pt x="20054" y="1538"/>
                    <a:pt x="20255" y="1460"/>
                    <a:pt x="20400" y="1315"/>
                  </a:cubicBezTo>
                  <a:cubicBezTo>
                    <a:pt x="20910" y="795"/>
                    <a:pt x="20490" y="1"/>
                    <a:pt x="19870" y="1"/>
                  </a:cubicBezTo>
                  <a:close/>
                  <a:moveTo>
                    <a:pt x="16100" y="3761"/>
                  </a:moveTo>
                  <a:cubicBezTo>
                    <a:pt x="15993" y="3761"/>
                    <a:pt x="15882" y="3785"/>
                    <a:pt x="15768" y="3837"/>
                  </a:cubicBezTo>
                  <a:cubicBezTo>
                    <a:pt x="15021" y="4183"/>
                    <a:pt x="15266" y="5299"/>
                    <a:pt x="16092" y="5299"/>
                  </a:cubicBezTo>
                  <a:lnTo>
                    <a:pt x="16081" y="5310"/>
                  </a:lnTo>
                  <a:cubicBezTo>
                    <a:pt x="16315" y="5310"/>
                    <a:pt x="16527" y="5209"/>
                    <a:pt x="16672" y="5031"/>
                  </a:cubicBezTo>
                  <a:cubicBezTo>
                    <a:pt x="17127" y="4500"/>
                    <a:pt x="16697" y="3761"/>
                    <a:pt x="16100" y="3761"/>
                  </a:cubicBezTo>
                  <a:close/>
                  <a:moveTo>
                    <a:pt x="12329" y="7526"/>
                  </a:moveTo>
                  <a:cubicBezTo>
                    <a:pt x="12233" y="7526"/>
                    <a:pt x="12133" y="7545"/>
                    <a:pt x="12030" y="7586"/>
                  </a:cubicBezTo>
                  <a:cubicBezTo>
                    <a:pt x="11249" y="7910"/>
                    <a:pt x="11483" y="9071"/>
                    <a:pt x="12320" y="9071"/>
                  </a:cubicBezTo>
                  <a:cubicBezTo>
                    <a:pt x="12521" y="9071"/>
                    <a:pt x="12722" y="8993"/>
                    <a:pt x="12867" y="8847"/>
                  </a:cubicBezTo>
                  <a:cubicBezTo>
                    <a:pt x="13380" y="8325"/>
                    <a:pt x="12953" y="7526"/>
                    <a:pt x="12329" y="7526"/>
                  </a:cubicBezTo>
                  <a:close/>
                  <a:moveTo>
                    <a:pt x="8567" y="11294"/>
                  </a:moveTo>
                  <a:cubicBezTo>
                    <a:pt x="8461" y="11294"/>
                    <a:pt x="8349" y="11317"/>
                    <a:pt x="8236" y="11369"/>
                  </a:cubicBezTo>
                  <a:cubicBezTo>
                    <a:pt x="7488" y="11715"/>
                    <a:pt x="7734" y="12831"/>
                    <a:pt x="8559" y="12831"/>
                  </a:cubicBezTo>
                  <a:lnTo>
                    <a:pt x="8548" y="12843"/>
                  </a:lnTo>
                  <a:cubicBezTo>
                    <a:pt x="8783" y="12831"/>
                    <a:pt x="8995" y="12742"/>
                    <a:pt x="9140" y="12564"/>
                  </a:cubicBezTo>
                  <a:cubicBezTo>
                    <a:pt x="9594" y="12033"/>
                    <a:pt x="9165" y="11294"/>
                    <a:pt x="8567" y="11294"/>
                  </a:cubicBezTo>
                  <a:close/>
                  <a:moveTo>
                    <a:pt x="4802" y="15066"/>
                  </a:moveTo>
                  <a:cubicBezTo>
                    <a:pt x="4705" y="15066"/>
                    <a:pt x="4602" y="15086"/>
                    <a:pt x="4497" y="15130"/>
                  </a:cubicBezTo>
                  <a:cubicBezTo>
                    <a:pt x="3716" y="15443"/>
                    <a:pt x="3951" y="16603"/>
                    <a:pt x="4788" y="16603"/>
                  </a:cubicBezTo>
                  <a:cubicBezTo>
                    <a:pt x="4988" y="16603"/>
                    <a:pt x="5189" y="16525"/>
                    <a:pt x="5334" y="16380"/>
                  </a:cubicBezTo>
                  <a:cubicBezTo>
                    <a:pt x="5845" y="15869"/>
                    <a:pt x="5423" y="15066"/>
                    <a:pt x="4802" y="15066"/>
                  </a:cubicBezTo>
                  <a:close/>
                  <a:moveTo>
                    <a:pt x="1018" y="18818"/>
                  </a:moveTo>
                  <a:cubicBezTo>
                    <a:pt x="838" y="18818"/>
                    <a:pt x="649" y="18889"/>
                    <a:pt x="480" y="19058"/>
                  </a:cubicBezTo>
                  <a:cubicBezTo>
                    <a:pt x="0" y="19538"/>
                    <a:pt x="335" y="20364"/>
                    <a:pt x="1027" y="20364"/>
                  </a:cubicBezTo>
                  <a:cubicBezTo>
                    <a:pt x="1228" y="20364"/>
                    <a:pt x="1417" y="20286"/>
                    <a:pt x="1562" y="20141"/>
                  </a:cubicBezTo>
                  <a:cubicBezTo>
                    <a:pt x="2119" y="19585"/>
                    <a:pt x="1612" y="18818"/>
                    <a:pt x="1018" y="188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1131;p33"/>
            <p:cNvSpPr/>
            <p:nvPr/>
          </p:nvSpPr>
          <p:spPr>
            <a:xfrm>
              <a:off x="449150" y="-2581150"/>
              <a:ext cx="38250" cy="38375"/>
            </a:xfrm>
            <a:custGeom>
              <a:avLst/>
              <a:gdLst/>
              <a:ahLst/>
              <a:cxnLst/>
              <a:rect l="l" t="t" r="r" b="b"/>
              <a:pathLst>
                <a:path w="1530" h="1535" extrusionOk="0">
                  <a:moveTo>
                    <a:pt x="771" y="0"/>
                  </a:moveTo>
                  <a:cubicBezTo>
                    <a:pt x="721" y="0"/>
                    <a:pt x="670" y="6"/>
                    <a:pt x="626" y="17"/>
                  </a:cubicBezTo>
                  <a:cubicBezTo>
                    <a:pt x="570" y="28"/>
                    <a:pt x="525" y="40"/>
                    <a:pt x="481" y="62"/>
                  </a:cubicBezTo>
                  <a:cubicBezTo>
                    <a:pt x="436" y="73"/>
                    <a:pt x="380" y="107"/>
                    <a:pt x="347" y="129"/>
                  </a:cubicBezTo>
                  <a:cubicBezTo>
                    <a:pt x="302" y="162"/>
                    <a:pt x="258" y="185"/>
                    <a:pt x="224" y="229"/>
                  </a:cubicBezTo>
                  <a:cubicBezTo>
                    <a:pt x="191" y="263"/>
                    <a:pt x="157" y="296"/>
                    <a:pt x="135" y="341"/>
                  </a:cubicBezTo>
                  <a:cubicBezTo>
                    <a:pt x="101" y="385"/>
                    <a:pt x="79" y="430"/>
                    <a:pt x="57" y="486"/>
                  </a:cubicBezTo>
                  <a:cubicBezTo>
                    <a:pt x="45" y="531"/>
                    <a:pt x="23" y="575"/>
                    <a:pt x="12" y="620"/>
                  </a:cubicBezTo>
                  <a:cubicBezTo>
                    <a:pt x="1" y="664"/>
                    <a:pt x="1" y="720"/>
                    <a:pt x="1" y="776"/>
                  </a:cubicBezTo>
                  <a:cubicBezTo>
                    <a:pt x="1" y="821"/>
                    <a:pt x="1" y="865"/>
                    <a:pt x="12" y="921"/>
                  </a:cubicBezTo>
                  <a:cubicBezTo>
                    <a:pt x="23" y="966"/>
                    <a:pt x="45" y="1010"/>
                    <a:pt x="57" y="1055"/>
                  </a:cubicBezTo>
                  <a:cubicBezTo>
                    <a:pt x="79" y="1100"/>
                    <a:pt x="101" y="1144"/>
                    <a:pt x="135" y="1189"/>
                  </a:cubicBezTo>
                  <a:cubicBezTo>
                    <a:pt x="191" y="1278"/>
                    <a:pt x="258" y="1345"/>
                    <a:pt x="347" y="1401"/>
                  </a:cubicBezTo>
                  <a:cubicBezTo>
                    <a:pt x="380" y="1434"/>
                    <a:pt x="436" y="1457"/>
                    <a:pt x="481" y="1479"/>
                  </a:cubicBezTo>
                  <a:cubicBezTo>
                    <a:pt x="525" y="1490"/>
                    <a:pt x="570" y="1513"/>
                    <a:pt x="626" y="1513"/>
                  </a:cubicBezTo>
                  <a:cubicBezTo>
                    <a:pt x="670" y="1524"/>
                    <a:pt x="715" y="1535"/>
                    <a:pt x="771" y="1535"/>
                  </a:cubicBezTo>
                  <a:cubicBezTo>
                    <a:pt x="815" y="1535"/>
                    <a:pt x="871" y="1524"/>
                    <a:pt x="916" y="1513"/>
                  </a:cubicBezTo>
                  <a:cubicBezTo>
                    <a:pt x="972" y="1513"/>
                    <a:pt x="1016" y="1490"/>
                    <a:pt x="1061" y="1479"/>
                  </a:cubicBezTo>
                  <a:cubicBezTo>
                    <a:pt x="1106" y="1457"/>
                    <a:pt x="1150" y="1434"/>
                    <a:pt x="1195" y="1401"/>
                  </a:cubicBezTo>
                  <a:cubicBezTo>
                    <a:pt x="1273" y="1345"/>
                    <a:pt x="1351" y="1278"/>
                    <a:pt x="1407" y="1189"/>
                  </a:cubicBezTo>
                  <a:cubicBezTo>
                    <a:pt x="1429" y="1144"/>
                    <a:pt x="1452" y="1111"/>
                    <a:pt x="1474" y="1055"/>
                  </a:cubicBezTo>
                  <a:cubicBezTo>
                    <a:pt x="1496" y="1010"/>
                    <a:pt x="1507" y="966"/>
                    <a:pt x="1519" y="921"/>
                  </a:cubicBezTo>
                  <a:cubicBezTo>
                    <a:pt x="1530" y="865"/>
                    <a:pt x="1530" y="821"/>
                    <a:pt x="1530" y="776"/>
                  </a:cubicBezTo>
                  <a:cubicBezTo>
                    <a:pt x="1530" y="720"/>
                    <a:pt x="1530" y="664"/>
                    <a:pt x="1519" y="620"/>
                  </a:cubicBezTo>
                  <a:cubicBezTo>
                    <a:pt x="1507" y="575"/>
                    <a:pt x="1496" y="531"/>
                    <a:pt x="1474" y="486"/>
                  </a:cubicBezTo>
                  <a:cubicBezTo>
                    <a:pt x="1452" y="430"/>
                    <a:pt x="1429" y="385"/>
                    <a:pt x="1407" y="341"/>
                  </a:cubicBezTo>
                  <a:cubicBezTo>
                    <a:pt x="1373" y="296"/>
                    <a:pt x="1340" y="263"/>
                    <a:pt x="1307" y="229"/>
                  </a:cubicBezTo>
                  <a:cubicBezTo>
                    <a:pt x="1273" y="185"/>
                    <a:pt x="1228" y="162"/>
                    <a:pt x="1195" y="129"/>
                  </a:cubicBezTo>
                  <a:cubicBezTo>
                    <a:pt x="1150" y="107"/>
                    <a:pt x="1106" y="84"/>
                    <a:pt x="1061" y="62"/>
                  </a:cubicBezTo>
                  <a:cubicBezTo>
                    <a:pt x="1016" y="40"/>
                    <a:pt x="972" y="28"/>
                    <a:pt x="916" y="17"/>
                  </a:cubicBezTo>
                  <a:cubicBezTo>
                    <a:pt x="871" y="6"/>
                    <a:pt x="821" y="0"/>
                    <a:pt x="7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1132;p33"/>
            <p:cNvSpPr/>
            <p:nvPr/>
          </p:nvSpPr>
          <p:spPr>
            <a:xfrm>
              <a:off x="1636250" y="-2122350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1133;p33"/>
            <p:cNvSpPr/>
            <p:nvPr/>
          </p:nvSpPr>
          <p:spPr>
            <a:xfrm>
              <a:off x="1711575" y="-2197675"/>
              <a:ext cx="136725" cy="25125"/>
            </a:xfrm>
            <a:custGeom>
              <a:avLst/>
              <a:gdLst/>
              <a:ahLst/>
              <a:cxnLst/>
              <a:rect l="l" t="t" r="r" b="b"/>
              <a:pathLst>
                <a:path w="5469" h="1005" extrusionOk="0">
                  <a:moveTo>
                    <a:pt x="1005" y="0"/>
                  </a:moveTo>
                  <a:lnTo>
                    <a:pt x="1" y="1005"/>
                  </a:lnTo>
                  <a:lnTo>
                    <a:pt x="4464" y="1005"/>
                  </a:lnTo>
                  <a:lnTo>
                    <a:pt x="54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1134;p33"/>
            <p:cNvSpPr/>
            <p:nvPr/>
          </p:nvSpPr>
          <p:spPr>
            <a:xfrm>
              <a:off x="1786900" y="-2273000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64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1135;p33"/>
            <p:cNvSpPr/>
            <p:nvPr/>
          </p:nvSpPr>
          <p:spPr>
            <a:xfrm>
              <a:off x="1862225" y="-2348325"/>
              <a:ext cx="137000" cy="25125"/>
            </a:xfrm>
            <a:custGeom>
              <a:avLst/>
              <a:gdLst/>
              <a:ahLst/>
              <a:cxnLst/>
              <a:rect l="l" t="t" r="r" b="b"/>
              <a:pathLst>
                <a:path w="5480" h="1005" extrusionOk="0">
                  <a:moveTo>
                    <a:pt x="1005" y="0"/>
                  </a:moveTo>
                  <a:lnTo>
                    <a:pt x="1" y="1004"/>
                  </a:lnTo>
                  <a:lnTo>
                    <a:pt x="4476" y="1004"/>
                  </a:lnTo>
                  <a:lnTo>
                    <a:pt x="548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1136;p33"/>
            <p:cNvSpPr/>
            <p:nvPr/>
          </p:nvSpPr>
          <p:spPr>
            <a:xfrm>
              <a:off x="1937550" y="-2423950"/>
              <a:ext cx="137025" cy="25425"/>
            </a:xfrm>
            <a:custGeom>
              <a:avLst/>
              <a:gdLst/>
              <a:ahLst/>
              <a:cxnLst/>
              <a:rect l="l" t="t" r="r" b="b"/>
              <a:pathLst>
                <a:path w="5481" h="1017" extrusionOk="0">
                  <a:moveTo>
                    <a:pt x="1016" y="1"/>
                  </a:moveTo>
                  <a:lnTo>
                    <a:pt x="1" y="1016"/>
                  </a:lnTo>
                  <a:lnTo>
                    <a:pt x="4476" y="1016"/>
                  </a:lnTo>
                  <a:lnTo>
                    <a:pt x="548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137;p33"/>
            <p:cNvSpPr/>
            <p:nvPr/>
          </p:nvSpPr>
          <p:spPr>
            <a:xfrm>
              <a:off x="2013150" y="-2499275"/>
              <a:ext cx="136750" cy="25150"/>
            </a:xfrm>
            <a:custGeom>
              <a:avLst/>
              <a:gdLst/>
              <a:ahLst/>
              <a:cxnLst/>
              <a:rect l="l" t="t" r="r" b="b"/>
              <a:pathLst>
                <a:path w="5470" h="1006" extrusionOk="0">
                  <a:moveTo>
                    <a:pt x="1005" y="1"/>
                  </a:moveTo>
                  <a:lnTo>
                    <a:pt x="1" y="1005"/>
                  </a:lnTo>
                  <a:lnTo>
                    <a:pt x="4465" y="1005"/>
                  </a:lnTo>
                  <a:lnTo>
                    <a:pt x="54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138;p33"/>
            <p:cNvSpPr/>
            <p:nvPr/>
          </p:nvSpPr>
          <p:spPr>
            <a:xfrm>
              <a:off x="2088500" y="-2574600"/>
              <a:ext cx="136725" cy="25150"/>
            </a:xfrm>
            <a:custGeom>
              <a:avLst/>
              <a:gdLst/>
              <a:ahLst/>
              <a:cxnLst/>
              <a:rect l="l" t="t" r="r" b="b"/>
              <a:pathLst>
                <a:path w="5469" h="1006" extrusionOk="0">
                  <a:moveTo>
                    <a:pt x="1004" y="1"/>
                  </a:moveTo>
                  <a:lnTo>
                    <a:pt x="0" y="1005"/>
                  </a:lnTo>
                  <a:lnTo>
                    <a:pt x="4464" y="1005"/>
                  </a:lnTo>
                  <a:lnTo>
                    <a:pt x="54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139;p33"/>
            <p:cNvSpPr/>
            <p:nvPr/>
          </p:nvSpPr>
          <p:spPr>
            <a:xfrm>
              <a:off x="463950" y="-2710950"/>
              <a:ext cx="548500" cy="546775"/>
            </a:xfrm>
            <a:custGeom>
              <a:avLst/>
              <a:gdLst/>
              <a:ahLst/>
              <a:cxnLst/>
              <a:rect l="l" t="t" r="r" b="b"/>
              <a:pathLst>
                <a:path w="21940" h="21871" extrusionOk="0">
                  <a:moveTo>
                    <a:pt x="21785" y="1"/>
                  </a:moveTo>
                  <a:cubicBezTo>
                    <a:pt x="21750" y="1"/>
                    <a:pt x="21717" y="15"/>
                    <a:pt x="21694" y="42"/>
                  </a:cubicBezTo>
                  <a:lnTo>
                    <a:pt x="90" y="21636"/>
                  </a:lnTo>
                  <a:cubicBezTo>
                    <a:pt x="0" y="21725"/>
                    <a:pt x="67" y="21870"/>
                    <a:pt x="190" y="21870"/>
                  </a:cubicBezTo>
                  <a:cubicBezTo>
                    <a:pt x="223" y="21870"/>
                    <a:pt x="268" y="21859"/>
                    <a:pt x="290" y="21837"/>
                  </a:cubicBezTo>
                  <a:lnTo>
                    <a:pt x="21884" y="232"/>
                  </a:lnTo>
                  <a:cubicBezTo>
                    <a:pt x="21940" y="176"/>
                    <a:pt x="21940" y="87"/>
                    <a:pt x="21884" y="42"/>
                  </a:cubicBezTo>
                  <a:cubicBezTo>
                    <a:pt x="21856" y="15"/>
                    <a:pt x="21820" y="1"/>
                    <a:pt x="217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140;p33"/>
            <p:cNvSpPr/>
            <p:nvPr/>
          </p:nvSpPr>
          <p:spPr>
            <a:xfrm>
              <a:off x="942975" y="-1800075"/>
              <a:ext cx="549225" cy="547350"/>
            </a:xfrm>
            <a:custGeom>
              <a:avLst/>
              <a:gdLst/>
              <a:ahLst/>
              <a:cxnLst/>
              <a:rect l="l" t="t" r="r" b="b"/>
              <a:pathLst>
                <a:path w="21969" h="21894" extrusionOk="0">
                  <a:moveTo>
                    <a:pt x="21761" y="1"/>
                  </a:moveTo>
                  <a:cubicBezTo>
                    <a:pt x="21726" y="1"/>
                    <a:pt x="21690" y="16"/>
                    <a:pt x="21661" y="54"/>
                  </a:cubicBezTo>
                  <a:lnTo>
                    <a:pt x="56" y="21659"/>
                  </a:lnTo>
                  <a:cubicBezTo>
                    <a:pt x="0" y="21704"/>
                    <a:pt x="0" y="21793"/>
                    <a:pt x="56" y="21849"/>
                  </a:cubicBezTo>
                  <a:cubicBezTo>
                    <a:pt x="89" y="21882"/>
                    <a:pt x="123" y="21893"/>
                    <a:pt x="156" y="21893"/>
                  </a:cubicBezTo>
                  <a:cubicBezTo>
                    <a:pt x="190" y="21893"/>
                    <a:pt x="223" y="21882"/>
                    <a:pt x="257" y="21849"/>
                  </a:cubicBezTo>
                  <a:lnTo>
                    <a:pt x="21850" y="255"/>
                  </a:lnTo>
                  <a:cubicBezTo>
                    <a:pt x="21969" y="154"/>
                    <a:pt x="21869" y="1"/>
                    <a:pt x="217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141;p33"/>
            <p:cNvSpPr/>
            <p:nvPr/>
          </p:nvSpPr>
          <p:spPr>
            <a:xfrm>
              <a:off x="295725" y="-2356925"/>
              <a:ext cx="548500" cy="547050"/>
            </a:xfrm>
            <a:custGeom>
              <a:avLst/>
              <a:gdLst/>
              <a:ahLst/>
              <a:cxnLst/>
              <a:rect l="l" t="t" r="r" b="b"/>
              <a:pathLst>
                <a:path w="21940" h="21882" extrusionOk="0">
                  <a:moveTo>
                    <a:pt x="21795" y="1"/>
                  </a:moveTo>
                  <a:cubicBezTo>
                    <a:pt x="21758" y="1"/>
                    <a:pt x="21722" y="15"/>
                    <a:pt x="21694" y="43"/>
                  </a:cubicBezTo>
                  <a:lnTo>
                    <a:pt x="89" y="21647"/>
                  </a:lnTo>
                  <a:cubicBezTo>
                    <a:pt x="0" y="21726"/>
                    <a:pt x="67" y="21882"/>
                    <a:pt x="190" y="21882"/>
                  </a:cubicBezTo>
                  <a:cubicBezTo>
                    <a:pt x="223" y="21882"/>
                    <a:pt x="268" y="21871"/>
                    <a:pt x="290" y="21837"/>
                  </a:cubicBezTo>
                  <a:lnTo>
                    <a:pt x="21895" y="244"/>
                  </a:lnTo>
                  <a:cubicBezTo>
                    <a:pt x="21940" y="188"/>
                    <a:pt x="21940" y="99"/>
                    <a:pt x="21895" y="43"/>
                  </a:cubicBezTo>
                  <a:cubicBezTo>
                    <a:pt x="21867" y="15"/>
                    <a:pt x="21831" y="1"/>
                    <a:pt x="217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142;p33"/>
            <p:cNvSpPr/>
            <p:nvPr/>
          </p:nvSpPr>
          <p:spPr>
            <a:xfrm>
              <a:off x="1774900" y="-1975200"/>
              <a:ext cx="248600" cy="239275"/>
            </a:xfrm>
            <a:custGeom>
              <a:avLst/>
              <a:gdLst/>
              <a:ahLst/>
              <a:cxnLst/>
              <a:rect l="l" t="t" r="r" b="b"/>
              <a:pathLst>
                <a:path w="9944" h="9571" extrusionOk="0">
                  <a:moveTo>
                    <a:pt x="5168" y="285"/>
                  </a:moveTo>
                  <a:cubicBezTo>
                    <a:pt x="7656" y="285"/>
                    <a:pt x="9665" y="2294"/>
                    <a:pt x="9665" y="4783"/>
                  </a:cubicBezTo>
                  <a:cubicBezTo>
                    <a:pt x="9665" y="6613"/>
                    <a:pt x="8571" y="8253"/>
                    <a:pt x="6886" y="8945"/>
                  </a:cubicBezTo>
                  <a:cubicBezTo>
                    <a:pt x="6328" y="9178"/>
                    <a:pt x="5742" y="9291"/>
                    <a:pt x="5161" y="9291"/>
                  </a:cubicBezTo>
                  <a:cubicBezTo>
                    <a:pt x="3991" y="9291"/>
                    <a:pt x="2841" y="8832"/>
                    <a:pt x="1976" y="7974"/>
                  </a:cubicBezTo>
                  <a:cubicBezTo>
                    <a:pt x="693" y="6680"/>
                    <a:pt x="302" y="4749"/>
                    <a:pt x="1005" y="3064"/>
                  </a:cubicBezTo>
                  <a:cubicBezTo>
                    <a:pt x="1697" y="1379"/>
                    <a:pt x="3349" y="285"/>
                    <a:pt x="5168" y="285"/>
                  </a:cubicBezTo>
                  <a:close/>
                  <a:moveTo>
                    <a:pt x="5165" y="0"/>
                  </a:moveTo>
                  <a:cubicBezTo>
                    <a:pt x="3920" y="0"/>
                    <a:pt x="2696" y="484"/>
                    <a:pt x="1786" y="1401"/>
                  </a:cubicBezTo>
                  <a:cubicBezTo>
                    <a:pt x="414" y="2774"/>
                    <a:pt x="1" y="4827"/>
                    <a:pt x="748" y="6613"/>
                  </a:cubicBezTo>
                  <a:cubicBezTo>
                    <a:pt x="1485" y="8398"/>
                    <a:pt x="3226" y="9570"/>
                    <a:pt x="5168" y="9570"/>
                  </a:cubicBezTo>
                  <a:cubicBezTo>
                    <a:pt x="7801" y="9559"/>
                    <a:pt x="9944" y="7427"/>
                    <a:pt x="9944" y="4783"/>
                  </a:cubicBezTo>
                  <a:cubicBezTo>
                    <a:pt x="9944" y="2852"/>
                    <a:pt x="8783" y="1111"/>
                    <a:pt x="6998" y="364"/>
                  </a:cubicBezTo>
                  <a:cubicBezTo>
                    <a:pt x="6406" y="119"/>
                    <a:pt x="5783" y="0"/>
                    <a:pt x="516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143;p33"/>
            <p:cNvSpPr/>
            <p:nvPr/>
          </p:nvSpPr>
          <p:spPr>
            <a:xfrm>
              <a:off x="1850800" y="-1908650"/>
              <a:ext cx="106300" cy="106325"/>
            </a:xfrm>
            <a:custGeom>
              <a:avLst/>
              <a:gdLst/>
              <a:ahLst/>
              <a:cxnLst/>
              <a:rect l="l" t="t" r="r" b="b"/>
              <a:pathLst>
                <a:path w="4252" h="4253" extrusionOk="0">
                  <a:moveTo>
                    <a:pt x="2132" y="0"/>
                  </a:moveTo>
                  <a:cubicBezTo>
                    <a:pt x="960" y="0"/>
                    <a:pt x="0" y="949"/>
                    <a:pt x="0" y="2121"/>
                  </a:cubicBezTo>
                  <a:cubicBezTo>
                    <a:pt x="0" y="3304"/>
                    <a:pt x="960" y="4252"/>
                    <a:pt x="2132" y="4252"/>
                  </a:cubicBezTo>
                  <a:cubicBezTo>
                    <a:pt x="3303" y="4252"/>
                    <a:pt x="4252" y="3304"/>
                    <a:pt x="4252" y="2121"/>
                  </a:cubicBezTo>
                  <a:cubicBezTo>
                    <a:pt x="4252" y="949"/>
                    <a:pt x="3303" y="0"/>
                    <a:pt x="21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144;p33"/>
            <p:cNvSpPr/>
            <p:nvPr/>
          </p:nvSpPr>
          <p:spPr>
            <a:xfrm>
              <a:off x="735125" y="-2028925"/>
              <a:ext cx="184150" cy="157950"/>
            </a:xfrm>
            <a:custGeom>
              <a:avLst/>
              <a:gdLst/>
              <a:ahLst/>
              <a:cxnLst/>
              <a:rect l="l" t="t" r="r" b="b"/>
              <a:pathLst>
                <a:path w="7366" h="6318" extrusionOk="0">
                  <a:moveTo>
                    <a:pt x="4219" y="292"/>
                  </a:moveTo>
                  <a:cubicBezTo>
                    <a:pt x="5803" y="292"/>
                    <a:pt x="7087" y="1575"/>
                    <a:pt x="7087" y="3171"/>
                  </a:cubicBezTo>
                  <a:cubicBezTo>
                    <a:pt x="7087" y="4901"/>
                    <a:pt x="5670" y="6048"/>
                    <a:pt x="4191" y="6048"/>
                  </a:cubicBezTo>
                  <a:cubicBezTo>
                    <a:pt x="3485" y="6048"/>
                    <a:pt x="2764" y="5786"/>
                    <a:pt x="2176" y="5202"/>
                  </a:cubicBezTo>
                  <a:cubicBezTo>
                    <a:pt x="369" y="3383"/>
                    <a:pt x="1652" y="292"/>
                    <a:pt x="4219" y="292"/>
                  </a:cubicBezTo>
                  <a:close/>
                  <a:moveTo>
                    <a:pt x="4186" y="1"/>
                  </a:moveTo>
                  <a:cubicBezTo>
                    <a:pt x="3414" y="1"/>
                    <a:pt x="2627" y="287"/>
                    <a:pt x="1987" y="928"/>
                  </a:cubicBezTo>
                  <a:cubicBezTo>
                    <a:pt x="0" y="2925"/>
                    <a:pt x="1406" y="6318"/>
                    <a:pt x="4219" y="6318"/>
                  </a:cubicBezTo>
                  <a:cubicBezTo>
                    <a:pt x="5959" y="6318"/>
                    <a:pt x="7366" y="4912"/>
                    <a:pt x="7366" y="3171"/>
                  </a:cubicBezTo>
                  <a:cubicBezTo>
                    <a:pt x="7366" y="1266"/>
                    <a:pt x="5808" y="1"/>
                    <a:pt x="418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145;p33"/>
            <p:cNvSpPr/>
            <p:nvPr/>
          </p:nvSpPr>
          <p:spPr>
            <a:xfrm>
              <a:off x="803475" y="-1984150"/>
              <a:ext cx="74500" cy="69000"/>
            </a:xfrm>
            <a:custGeom>
              <a:avLst/>
              <a:gdLst/>
              <a:ahLst/>
              <a:cxnLst/>
              <a:rect l="l" t="t" r="r" b="b"/>
              <a:pathLst>
                <a:path w="2980" h="2760" extrusionOk="0">
                  <a:moveTo>
                    <a:pt x="1486" y="0"/>
                  </a:moveTo>
                  <a:cubicBezTo>
                    <a:pt x="824" y="0"/>
                    <a:pt x="234" y="484"/>
                    <a:pt x="123" y="1157"/>
                  </a:cubicBezTo>
                  <a:cubicBezTo>
                    <a:pt x="0" y="1916"/>
                    <a:pt x="514" y="2619"/>
                    <a:pt x="1273" y="2741"/>
                  </a:cubicBezTo>
                  <a:cubicBezTo>
                    <a:pt x="1347" y="2754"/>
                    <a:pt x="1421" y="2760"/>
                    <a:pt x="1494" y="2760"/>
                  </a:cubicBezTo>
                  <a:cubicBezTo>
                    <a:pt x="2157" y="2760"/>
                    <a:pt x="2747" y="2276"/>
                    <a:pt x="2857" y="1603"/>
                  </a:cubicBezTo>
                  <a:cubicBezTo>
                    <a:pt x="2980" y="844"/>
                    <a:pt x="2467" y="141"/>
                    <a:pt x="1708" y="18"/>
                  </a:cubicBezTo>
                  <a:cubicBezTo>
                    <a:pt x="1633" y="6"/>
                    <a:pt x="1559" y="0"/>
                    <a:pt x="14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T Department Meeting by Slidesgo">
  <a:themeElements>
    <a:clrScheme name="Simple Light">
      <a:dk1>
        <a:srgbClr val="F6F6FF"/>
      </a:dk1>
      <a:lt1>
        <a:srgbClr val="4E5EA3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E5EA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</TotalTime>
  <Words>578</Words>
  <Application>Microsoft Office PowerPoint</Application>
  <PresentationFormat>Affichage à l'écran (16:9)</PresentationFormat>
  <Paragraphs>164</Paragraphs>
  <Slides>49</Slides>
  <Notes>41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6" baseType="lpstr">
      <vt:lpstr>Tajawal</vt:lpstr>
      <vt:lpstr>Montserrat</vt:lpstr>
      <vt:lpstr>Montserrat Medium</vt:lpstr>
      <vt:lpstr>Arial</vt:lpstr>
      <vt:lpstr>Jost</vt:lpstr>
      <vt:lpstr>Montserrat Black</vt:lpstr>
      <vt:lpstr>IT Department Meeting by Slidesgo</vt:lpstr>
      <vt:lpstr>Soutenance sur l’intelligence artificielle</vt:lpstr>
      <vt:lpstr>SOMMAIRE</vt:lpstr>
      <vt:lpstr>Présentation du E2</vt:lpstr>
      <vt:lpstr>Présentation PowerPoint</vt:lpstr>
      <vt:lpstr>Présentation PowerPoint</vt:lpstr>
      <vt:lpstr>Présentation PowerPoint</vt:lpstr>
      <vt:lpstr>Interface utilisateur</vt:lpstr>
      <vt:lpstr>BILAN</vt:lpstr>
      <vt:lpstr>SOMMAIRE</vt:lpstr>
      <vt:lpstr>Projet d’entreprise</vt:lpstr>
      <vt:lpstr>01</vt:lpstr>
      <vt:lpstr>Présentation PowerPoint</vt:lpstr>
      <vt:lpstr>Présentation PowerPoint</vt:lpstr>
      <vt:lpstr>Présentation PowerPoint</vt:lpstr>
      <vt:lpstr>360 638</vt:lpstr>
      <vt:lpstr>Présentation PowerPoint</vt:lpstr>
      <vt:lpstr>100%</vt:lpstr>
      <vt:lpstr>48h</vt:lpstr>
      <vt:lpstr>Projet d’entreprise</vt:lpstr>
      <vt:lpstr>02</vt:lpstr>
      <vt:lpstr>Mais quel projet ?</vt:lpstr>
      <vt:lpstr>Présentation PowerPoint</vt:lpstr>
      <vt:lpstr>Présentation PowerPoint</vt:lpstr>
      <vt:lpstr>48h</vt:lpstr>
      <vt:lpstr>Présentation PowerPoint</vt:lpstr>
      <vt:lpstr>BILAN COMPTABLE</vt:lpstr>
      <vt:lpstr>Présentation PowerPoint</vt:lpstr>
      <vt:lpstr>Présentation PowerPoint</vt:lpstr>
      <vt:lpstr>Présentation PowerPoint</vt:lpstr>
      <vt:lpstr>Comment répondre à cette problématique ?</vt:lpstr>
      <vt:lpstr>Modèle CascadeTabNet</vt:lpstr>
      <vt:lpstr>Modèle CascadeTabNet</vt:lpstr>
      <vt:lpstr>Modèle CascadeTabNet</vt:lpstr>
      <vt:lpstr>Intersection sur union</vt:lpstr>
      <vt:lpstr>Monitoring</vt:lpstr>
      <vt:lpstr>Base de données</vt:lpstr>
      <vt:lpstr>Base de données</vt:lpstr>
      <vt:lpstr>Modèle LayoutLM</vt:lpstr>
      <vt:lpstr>SOMMAIRE</vt:lpstr>
      <vt:lpstr>Projet d’entreprise</vt:lpstr>
      <vt:lpstr>03</vt:lpstr>
      <vt:lpstr>Modèle étude-conception-réalisation</vt:lpstr>
      <vt:lpstr>Diagramme de Gantt</vt:lpstr>
      <vt:lpstr>Découpage en tâches</vt:lpstr>
      <vt:lpstr>Projet d’entreprise</vt:lpstr>
      <vt:lpstr>04</vt:lpstr>
      <vt:lpstr>La découverte de l’entreprise</vt:lpstr>
      <vt:lpstr>Quelle avenir pour le projet ?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RÉUNION DU SERVICE INFORMATIQUE</dc:title>
  <dc:creator>Yohann</dc:creator>
  <cp:lastModifiedBy>FIN Yohann</cp:lastModifiedBy>
  <cp:revision>49</cp:revision>
  <dcterms:modified xsi:type="dcterms:W3CDTF">2023-05-02T08:16:53Z</dcterms:modified>
</cp:coreProperties>
</file>